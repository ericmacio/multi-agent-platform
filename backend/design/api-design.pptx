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5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F55EE-EA88-4605-AE68-0A7A18BC6892}" v="24" dt="2026-08-11T05:47:30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ioszczyk, Eric (Cognizant)" userId="a55378e3-86af-43da-a239-4686c1f988a0" providerId="ADAL" clId="{7CDA4340-C2B7-48C6-944C-1DE84FD8DDB6}"/>
    <pc:docChg chg="undo custSel addSld delSld modSld sldOrd">
      <pc:chgData name="Macioszczyk, Eric (Cognizant)" userId="a55378e3-86af-43da-a239-4686c1f988a0" providerId="ADAL" clId="{7CDA4340-C2B7-48C6-944C-1DE84FD8DDB6}" dt="2026-08-11T07:33:00.888" v="4232" actId="6549"/>
      <pc:docMkLst>
        <pc:docMk/>
      </pc:docMkLst>
      <pc:sldChg chg="addSp delSp modSp new mod modClrScheme chgLayout">
        <pc:chgData name="Macioszczyk, Eric (Cognizant)" userId="a55378e3-86af-43da-a239-4686c1f988a0" providerId="ADAL" clId="{7CDA4340-C2B7-48C6-944C-1DE84FD8DDB6}" dt="2026-08-07T09:32:42.036" v="666" actId="1076"/>
        <pc:sldMkLst>
          <pc:docMk/>
          <pc:sldMk cId="350319074" sldId="256"/>
        </pc:sldMkLst>
        <pc:spChg chg="mod ord topLvl">
          <ac:chgData name="Macioszczyk, Eric (Cognizant)" userId="a55378e3-86af-43da-a239-4686c1f988a0" providerId="ADAL" clId="{7CDA4340-C2B7-48C6-944C-1DE84FD8DDB6}" dt="2026-08-07T09:31:44.400" v="644" actId="208"/>
          <ac:spMkLst>
            <pc:docMk/>
            <pc:sldMk cId="350319074" sldId="256"/>
            <ac:spMk id="5" creationId="{6CA52054-7EA2-3F09-2666-4654009392F7}"/>
          </ac:spMkLst>
        </pc:spChg>
        <pc:spChg chg="mod topLvl">
          <ac:chgData name="Macioszczyk, Eric (Cognizant)" userId="a55378e3-86af-43da-a239-4686c1f988a0" providerId="ADAL" clId="{7CDA4340-C2B7-48C6-944C-1DE84FD8DDB6}" dt="2026-08-07T09:30:42.533" v="635" actId="165"/>
          <ac:spMkLst>
            <pc:docMk/>
            <pc:sldMk cId="350319074" sldId="256"/>
            <ac:spMk id="6" creationId="{79AD7612-75C6-8A73-B3AA-4E8129337C3E}"/>
          </ac:spMkLst>
        </pc:spChg>
        <pc:spChg chg="mod topLvl">
          <ac:chgData name="Macioszczyk, Eric (Cognizant)" userId="a55378e3-86af-43da-a239-4686c1f988a0" providerId="ADAL" clId="{7CDA4340-C2B7-48C6-944C-1DE84FD8DDB6}" dt="2026-08-07T09:30:42.533" v="635" actId="165"/>
          <ac:spMkLst>
            <pc:docMk/>
            <pc:sldMk cId="350319074" sldId="256"/>
            <ac:spMk id="8" creationId="{22CC5E8B-8F73-A13A-C3FD-1C9AAE000CCA}"/>
          </ac:spMkLst>
        </pc:spChg>
        <pc:spChg chg="mod topLvl">
          <ac:chgData name="Macioszczyk, Eric (Cognizant)" userId="a55378e3-86af-43da-a239-4686c1f988a0" providerId="ADAL" clId="{7CDA4340-C2B7-48C6-944C-1DE84FD8DDB6}" dt="2026-08-07T09:30:42.533" v="635" actId="165"/>
          <ac:spMkLst>
            <pc:docMk/>
            <pc:sldMk cId="350319074" sldId="256"/>
            <ac:spMk id="9" creationId="{EAB42416-79B9-A1A9-1CAE-DC9E3F4103A5}"/>
          </ac:spMkLst>
        </pc:spChg>
        <pc:spChg chg="mod topLvl">
          <ac:chgData name="Macioszczyk, Eric (Cognizant)" userId="a55378e3-86af-43da-a239-4686c1f988a0" providerId="ADAL" clId="{7CDA4340-C2B7-48C6-944C-1DE84FD8DDB6}" dt="2026-08-07T09:30:42.533" v="635" actId="165"/>
          <ac:spMkLst>
            <pc:docMk/>
            <pc:sldMk cId="350319074" sldId="256"/>
            <ac:spMk id="10" creationId="{801D7350-B4F6-84BD-A336-4317D100C6D4}"/>
          </ac:spMkLst>
        </pc:spChg>
        <pc:spChg chg="mod topLvl">
          <ac:chgData name="Macioszczyk, Eric (Cognizant)" userId="a55378e3-86af-43da-a239-4686c1f988a0" providerId="ADAL" clId="{7CDA4340-C2B7-48C6-944C-1DE84FD8DDB6}" dt="2026-08-07T09:31:39.379" v="643" actId="207"/>
          <ac:spMkLst>
            <pc:docMk/>
            <pc:sldMk cId="350319074" sldId="256"/>
            <ac:spMk id="11" creationId="{5F53BC90-D9B5-9A77-E086-E2BF02E4AFAC}"/>
          </ac:spMkLst>
        </pc:spChg>
        <pc:spChg chg="mod topLvl">
          <ac:chgData name="Macioszczyk, Eric (Cognizant)" userId="a55378e3-86af-43da-a239-4686c1f988a0" providerId="ADAL" clId="{7CDA4340-C2B7-48C6-944C-1DE84FD8DDB6}" dt="2026-08-07T09:31:01.369" v="640" actId="165"/>
          <ac:spMkLst>
            <pc:docMk/>
            <pc:sldMk cId="350319074" sldId="256"/>
            <ac:spMk id="12" creationId="{81079210-F376-2F04-9B3D-3FA4820AB7DB}"/>
          </ac:spMkLst>
        </pc:spChg>
        <pc:spChg chg="mod topLvl">
          <ac:chgData name="Macioszczyk, Eric (Cognizant)" userId="a55378e3-86af-43da-a239-4686c1f988a0" providerId="ADAL" clId="{7CDA4340-C2B7-48C6-944C-1DE84FD8DDB6}" dt="2026-08-07T09:31:01.369" v="640" actId="165"/>
          <ac:spMkLst>
            <pc:docMk/>
            <pc:sldMk cId="350319074" sldId="256"/>
            <ac:spMk id="13" creationId="{33AC9E1B-B3C6-29E8-2710-B9B45E5E86AE}"/>
          </ac:spMkLst>
        </pc:spChg>
        <pc:spChg chg="add mod">
          <ac:chgData name="Macioszczyk, Eric (Cognizant)" userId="a55378e3-86af-43da-a239-4686c1f988a0" providerId="ADAL" clId="{7CDA4340-C2B7-48C6-944C-1DE84FD8DDB6}" dt="2026-08-07T08:18:02.564" v="10" actId="1076"/>
          <ac:spMkLst>
            <pc:docMk/>
            <pc:sldMk cId="350319074" sldId="256"/>
            <ac:spMk id="15" creationId="{C6B6B3C1-DC44-24E0-2266-185281116846}"/>
          </ac:spMkLst>
        </pc:spChg>
        <pc:spChg chg="add mod">
          <ac:chgData name="Macioszczyk, Eric (Cognizant)" userId="a55378e3-86af-43da-a239-4686c1f988a0" providerId="ADAL" clId="{7CDA4340-C2B7-48C6-944C-1DE84FD8DDB6}" dt="2026-08-07T09:32:16.526" v="649" actId="14100"/>
          <ac:spMkLst>
            <pc:docMk/>
            <pc:sldMk cId="350319074" sldId="256"/>
            <ac:spMk id="17" creationId="{68542436-2FA1-35A8-9A41-81FBA1A431E7}"/>
          </ac:spMkLst>
        </pc:spChg>
        <pc:spChg chg="add mod">
          <ac:chgData name="Macioszczyk, Eric (Cognizant)" userId="a55378e3-86af-43da-a239-4686c1f988a0" providerId="ADAL" clId="{7CDA4340-C2B7-48C6-944C-1DE84FD8DDB6}" dt="2026-08-07T09:32:42.036" v="666" actId="1076"/>
          <ac:spMkLst>
            <pc:docMk/>
            <pc:sldMk cId="350319074" sldId="256"/>
            <ac:spMk id="19" creationId="{1E5ED12B-617A-BDAF-DDC0-3A1FBCFE7735}"/>
          </ac:spMkLst>
        </pc:spChg>
      </pc:sldChg>
      <pc:sldChg chg="add setBg">
        <pc:chgData name="Macioszczyk, Eric (Cognizant)" userId="a55378e3-86af-43da-a239-4686c1f988a0" providerId="ADAL" clId="{7CDA4340-C2B7-48C6-944C-1DE84FD8DDB6}" dt="2026-08-11T05:47:30.395" v="4041"/>
        <pc:sldMkLst>
          <pc:docMk/>
          <pc:sldMk cId="0" sldId="257"/>
        </pc:sldMkLst>
      </pc:sldChg>
      <pc:sldChg chg="addSp delSp modSp add mod">
        <pc:chgData name="Macioszczyk, Eric (Cognizant)" userId="a55378e3-86af-43da-a239-4686c1f988a0" providerId="ADAL" clId="{7CDA4340-C2B7-48C6-944C-1DE84FD8DDB6}" dt="2026-08-09T10:15:46.036" v="1914" actId="1076"/>
        <pc:sldMkLst>
          <pc:docMk/>
          <pc:sldMk cId="808302021" sldId="259"/>
        </pc:sldMkLst>
        <pc:spChg chg="add mod">
          <ac:chgData name="Macioszczyk, Eric (Cognizant)" userId="a55378e3-86af-43da-a239-4686c1f988a0" providerId="ADAL" clId="{7CDA4340-C2B7-48C6-944C-1DE84FD8DDB6}" dt="2026-08-07T08:28:41.576" v="173" actId="1038"/>
          <ac:spMkLst>
            <pc:docMk/>
            <pc:sldMk cId="808302021" sldId="259"/>
            <ac:spMk id="3" creationId="{C9C2449C-1E85-4663-4447-4950978C900B}"/>
          </ac:spMkLst>
        </pc:spChg>
        <pc:spChg chg="mod">
          <ac:chgData name="Macioszczyk, Eric (Cognizant)" userId="a55378e3-86af-43da-a239-4686c1f988a0" providerId="ADAL" clId="{7CDA4340-C2B7-48C6-944C-1DE84FD8DDB6}" dt="2026-08-07T09:23:05.880" v="573" actId="208"/>
          <ac:spMkLst>
            <pc:docMk/>
            <pc:sldMk cId="808302021" sldId="259"/>
            <ac:spMk id="5" creationId="{ACEB8490-15EE-440E-8ADC-2FB0002B25A7}"/>
          </ac:spMkLst>
        </pc:spChg>
        <pc:spChg chg="mod">
          <ac:chgData name="Macioszczyk, Eric (Cognizant)" userId="a55378e3-86af-43da-a239-4686c1f988a0" providerId="ADAL" clId="{7CDA4340-C2B7-48C6-944C-1DE84FD8DDB6}" dt="2026-08-07T15:39:49.341" v="1774" actId="2085"/>
          <ac:spMkLst>
            <pc:docMk/>
            <pc:sldMk cId="808302021" sldId="259"/>
            <ac:spMk id="8" creationId="{BDDA74A1-6C89-4A31-9C2D-ED50A59C2040}"/>
          </ac:spMkLst>
        </pc:spChg>
        <pc:spChg chg="mod">
          <ac:chgData name="Macioszczyk, Eric (Cognizant)" userId="a55378e3-86af-43da-a239-4686c1f988a0" providerId="ADAL" clId="{7CDA4340-C2B7-48C6-944C-1DE84FD8DDB6}" dt="2026-08-07T15:40:00.499" v="1777" actId="2085"/>
          <ac:spMkLst>
            <pc:docMk/>
            <pc:sldMk cId="808302021" sldId="259"/>
            <ac:spMk id="9" creationId="{81475180-34CD-B80B-15F0-16ED17DD9640}"/>
          </ac:spMkLst>
        </pc:spChg>
        <pc:spChg chg="mod">
          <ac:chgData name="Macioszczyk, Eric (Cognizant)" userId="a55378e3-86af-43da-a239-4686c1f988a0" providerId="ADAL" clId="{7CDA4340-C2B7-48C6-944C-1DE84FD8DDB6}" dt="2026-08-07T15:39:53.206" v="1775" actId="2085"/>
          <ac:spMkLst>
            <pc:docMk/>
            <pc:sldMk cId="808302021" sldId="259"/>
            <ac:spMk id="10" creationId="{4E1BFF44-83CC-E598-5D0C-A56FC9547708}"/>
          </ac:spMkLst>
        </pc:spChg>
        <pc:spChg chg="mod">
          <ac:chgData name="Macioszczyk, Eric (Cognizant)" userId="a55378e3-86af-43da-a239-4686c1f988a0" providerId="ADAL" clId="{7CDA4340-C2B7-48C6-944C-1DE84FD8DDB6}" dt="2026-08-07T09:23:05.880" v="573" actId="208"/>
          <ac:spMkLst>
            <pc:docMk/>
            <pc:sldMk cId="808302021" sldId="259"/>
            <ac:spMk id="11" creationId="{615666F6-C36E-93E7-93DD-FAB14C86CDB9}"/>
          </ac:spMkLst>
        </pc:spChg>
        <pc:spChg chg="mod">
          <ac:chgData name="Macioszczyk, Eric (Cognizant)" userId="a55378e3-86af-43da-a239-4686c1f988a0" providerId="ADAL" clId="{7CDA4340-C2B7-48C6-944C-1DE84FD8DDB6}" dt="2026-08-07T15:39:57.291" v="1776" actId="2085"/>
          <ac:spMkLst>
            <pc:docMk/>
            <pc:sldMk cId="808302021" sldId="259"/>
            <ac:spMk id="13" creationId="{683D8102-07EA-0080-FA0D-5D5874AB2BD7}"/>
          </ac:spMkLst>
        </pc:spChg>
        <pc:spChg chg="mod">
          <ac:chgData name="Macioszczyk, Eric (Cognizant)" userId="a55378e3-86af-43da-a239-4686c1f988a0" providerId="ADAL" clId="{7CDA4340-C2B7-48C6-944C-1DE84FD8DDB6}" dt="2026-08-07T08:28:41.576" v="173" actId="1038"/>
          <ac:spMkLst>
            <pc:docMk/>
            <pc:sldMk cId="808302021" sldId="259"/>
            <ac:spMk id="15" creationId="{777A1A60-0526-6AF6-EEA4-AEE6FF2CCD44}"/>
          </ac:spMkLst>
        </pc:spChg>
        <pc:spChg chg="add mod">
          <ac:chgData name="Macioszczyk, Eric (Cognizant)" userId="a55378e3-86af-43da-a239-4686c1f988a0" providerId="ADAL" clId="{7CDA4340-C2B7-48C6-944C-1DE84FD8DDB6}" dt="2026-08-07T10:20:56.284" v="1102" actId="14100"/>
          <ac:spMkLst>
            <pc:docMk/>
            <pc:sldMk cId="808302021" sldId="259"/>
            <ac:spMk id="18" creationId="{0BC95265-603F-0AE0-DE49-40A2657F2CA2}"/>
          </ac:spMkLst>
        </pc:spChg>
        <pc:spChg chg="add mod">
          <ac:chgData name="Macioszczyk, Eric (Cognizant)" userId="a55378e3-86af-43da-a239-4686c1f988a0" providerId="ADAL" clId="{7CDA4340-C2B7-48C6-944C-1DE84FD8DDB6}" dt="2026-08-09T10:15:31.287" v="1913" actId="14100"/>
          <ac:spMkLst>
            <pc:docMk/>
            <pc:sldMk cId="808302021" sldId="259"/>
            <ac:spMk id="29" creationId="{CBACDDDF-0989-2B30-9D8F-0769946ACF92}"/>
          </ac:spMkLst>
        </pc:spChg>
        <pc:spChg chg="add mod">
          <ac:chgData name="Macioszczyk, Eric (Cognizant)" userId="a55378e3-86af-43da-a239-4686c1f988a0" providerId="ADAL" clId="{7CDA4340-C2B7-48C6-944C-1DE84FD8DDB6}" dt="2026-08-07T09:10:59.134" v="514" actId="688"/>
          <ac:spMkLst>
            <pc:docMk/>
            <pc:sldMk cId="808302021" sldId="259"/>
            <ac:spMk id="34" creationId="{8D10BD51-783E-8B81-E9D7-F2229248AA22}"/>
          </ac:spMkLst>
        </pc:spChg>
        <pc:spChg chg="add mod">
          <ac:chgData name="Macioszczyk, Eric (Cognizant)" userId="a55378e3-86af-43da-a239-4686c1f988a0" providerId="ADAL" clId="{7CDA4340-C2B7-48C6-944C-1DE84FD8DDB6}" dt="2026-08-09T10:15:46.036" v="1914" actId="1076"/>
          <ac:spMkLst>
            <pc:docMk/>
            <pc:sldMk cId="808302021" sldId="259"/>
            <ac:spMk id="39" creationId="{116051E5-680E-DFA1-5C52-686DC19227EB}"/>
          </ac:spMkLst>
        </pc:spChg>
        <pc:spChg chg="add mod">
          <ac:chgData name="Macioszczyk, Eric (Cognizant)" userId="a55378e3-86af-43da-a239-4686c1f988a0" providerId="ADAL" clId="{7CDA4340-C2B7-48C6-944C-1DE84FD8DDB6}" dt="2026-08-07T15:39:45.553" v="1773" actId="2085"/>
          <ac:spMkLst>
            <pc:docMk/>
            <pc:sldMk cId="808302021" sldId="259"/>
            <ac:spMk id="43" creationId="{86F2EBCB-F94D-21A5-5023-25D08D69AA06}"/>
          </ac:spMkLst>
        </pc:spChg>
        <pc:spChg chg="add mod">
          <ac:chgData name="Macioszczyk, Eric (Cognizant)" userId="a55378e3-86af-43da-a239-4686c1f988a0" providerId="ADAL" clId="{7CDA4340-C2B7-48C6-944C-1DE84FD8DDB6}" dt="2026-08-07T09:11:19.437" v="517" actId="1076"/>
          <ac:spMkLst>
            <pc:docMk/>
            <pc:sldMk cId="808302021" sldId="259"/>
            <ac:spMk id="52" creationId="{C943B1D8-2198-B5A9-05F9-B7D8F20D58D0}"/>
          </ac:spMkLst>
        </pc:spChg>
        <pc:spChg chg="add mod">
          <ac:chgData name="Macioszczyk, Eric (Cognizant)" userId="a55378e3-86af-43da-a239-4686c1f988a0" providerId="ADAL" clId="{7CDA4340-C2B7-48C6-944C-1DE84FD8DDB6}" dt="2026-08-07T09:11:14.983" v="516" actId="1076"/>
          <ac:spMkLst>
            <pc:docMk/>
            <pc:sldMk cId="808302021" sldId="259"/>
            <ac:spMk id="54" creationId="{87997864-EAAA-0CA8-A1ED-B6CF04C1BA50}"/>
          </ac:spMkLst>
        </pc:spChg>
        <pc:spChg chg="add mod">
          <ac:chgData name="Macioszczyk, Eric (Cognizant)" userId="a55378e3-86af-43da-a239-4686c1f988a0" providerId="ADAL" clId="{7CDA4340-C2B7-48C6-944C-1DE84FD8DDB6}" dt="2026-08-07T09:11:11.062" v="515" actId="1076"/>
          <ac:spMkLst>
            <pc:docMk/>
            <pc:sldMk cId="808302021" sldId="259"/>
            <ac:spMk id="56" creationId="{1208E5EA-4F21-7ACC-9123-BFE040235BAD}"/>
          </ac:spMkLst>
        </pc:spChg>
        <pc:spChg chg="add mod">
          <ac:chgData name="Macioszczyk, Eric (Cognizant)" userId="a55378e3-86af-43da-a239-4686c1f988a0" providerId="ADAL" clId="{7CDA4340-C2B7-48C6-944C-1DE84FD8DDB6}" dt="2026-08-07T15:16:56.468" v="1591" actId="207"/>
          <ac:spMkLst>
            <pc:docMk/>
            <pc:sldMk cId="808302021" sldId="259"/>
            <ac:spMk id="70" creationId="{C464CE76-93E4-EF9F-0EF5-18537E170BC7}"/>
          </ac:spMkLst>
        </pc:spChg>
        <pc:spChg chg="add mod">
          <ac:chgData name="Macioszczyk, Eric (Cognizant)" userId="a55378e3-86af-43da-a239-4686c1f988a0" providerId="ADAL" clId="{7CDA4340-C2B7-48C6-944C-1DE84FD8DDB6}" dt="2026-08-07T09:13:49.321" v="543" actId="1076"/>
          <ac:spMkLst>
            <pc:docMk/>
            <pc:sldMk cId="808302021" sldId="259"/>
            <ac:spMk id="72" creationId="{1DC3E7F2-94D5-81B4-C1E5-F0293E9AF0EC}"/>
          </ac:spMkLst>
        </pc:spChg>
        <pc:spChg chg="add mod">
          <ac:chgData name="Macioszczyk, Eric (Cognizant)" userId="a55378e3-86af-43da-a239-4686c1f988a0" providerId="ADAL" clId="{7CDA4340-C2B7-48C6-944C-1DE84FD8DDB6}" dt="2026-08-07T14:17:35.550" v="1328" actId="1035"/>
          <ac:spMkLst>
            <pc:docMk/>
            <pc:sldMk cId="808302021" sldId="259"/>
            <ac:spMk id="73" creationId="{8B0A06C4-BA75-703C-1B59-EBA0973CBF7F}"/>
          </ac:spMkLst>
        </pc:spChg>
        <pc:spChg chg="add mod">
          <ac:chgData name="Macioszczyk, Eric (Cognizant)" userId="a55378e3-86af-43da-a239-4686c1f988a0" providerId="ADAL" clId="{7CDA4340-C2B7-48C6-944C-1DE84FD8DDB6}" dt="2026-08-07T09:22:19.081" v="568" actId="14100"/>
          <ac:spMkLst>
            <pc:docMk/>
            <pc:sldMk cId="808302021" sldId="259"/>
            <ac:spMk id="78" creationId="{C3615D05-0D08-40F7-0C05-733B79F1E42F}"/>
          </ac:spMkLst>
        </pc:spChg>
        <pc:spChg chg="add mod">
          <ac:chgData name="Macioszczyk, Eric (Cognizant)" userId="a55378e3-86af-43da-a239-4686c1f988a0" providerId="ADAL" clId="{7CDA4340-C2B7-48C6-944C-1DE84FD8DDB6}" dt="2026-08-07T09:25:34.244" v="610" actId="12788"/>
          <ac:spMkLst>
            <pc:docMk/>
            <pc:sldMk cId="808302021" sldId="259"/>
            <ac:spMk id="81" creationId="{CD052F44-5B8A-DADA-0D7E-5F5FA0D48ED9}"/>
          </ac:spMkLst>
        </pc:spChg>
        <pc:spChg chg="add mod">
          <ac:chgData name="Macioszczyk, Eric (Cognizant)" userId="a55378e3-86af-43da-a239-4686c1f988a0" providerId="ADAL" clId="{7CDA4340-C2B7-48C6-944C-1DE84FD8DDB6}" dt="2026-08-07T09:25:34.244" v="610" actId="12788"/>
          <ac:spMkLst>
            <pc:docMk/>
            <pc:sldMk cId="808302021" sldId="259"/>
            <ac:spMk id="85" creationId="{7A73BBAD-D4F2-583B-FE5A-A5404167EB04}"/>
          </ac:spMkLst>
        </pc:spChg>
        <pc:spChg chg="add mod">
          <ac:chgData name="Macioszczyk, Eric (Cognizant)" userId="a55378e3-86af-43da-a239-4686c1f988a0" providerId="ADAL" clId="{7CDA4340-C2B7-48C6-944C-1DE84FD8DDB6}" dt="2026-08-07T09:25:34.244" v="610" actId="12788"/>
          <ac:spMkLst>
            <pc:docMk/>
            <pc:sldMk cId="808302021" sldId="259"/>
            <ac:spMk id="87" creationId="{66F3F960-F55D-CED5-14CB-0BB30AE2EB54}"/>
          </ac:spMkLst>
        </pc:spChg>
        <pc:spChg chg="add mod">
          <ac:chgData name="Macioszczyk, Eric (Cognizant)" userId="a55378e3-86af-43da-a239-4686c1f988a0" providerId="ADAL" clId="{7CDA4340-C2B7-48C6-944C-1DE84FD8DDB6}" dt="2026-08-07T09:33:09.876" v="681" actId="20577"/>
          <ac:spMkLst>
            <pc:docMk/>
            <pc:sldMk cId="808302021" sldId="259"/>
            <ac:spMk id="94" creationId="{198A2FD4-1528-60EB-71F9-559A62EB5944}"/>
          </ac:spMkLst>
        </pc:spChg>
        <pc:spChg chg="add mod">
          <ac:chgData name="Macioszczyk, Eric (Cognizant)" userId="a55378e3-86af-43da-a239-4686c1f988a0" providerId="ADAL" clId="{7CDA4340-C2B7-48C6-944C-1DE84FD8DDB6}" dt="2026-08-07T15:40:04.325" v="1778" actId="2085"/>
          <ac:spMkLst>
            <pc:docMk/>
            <pc:sldMk cId="808302021" sldId="259"/>
            <ac:spMk id="96" creationId="{C48429CE-669E-7D13-BA57-91138B0DF36C}"/>
          </ac:spMkLst>
        </pc:spChg>
        <pc:spChg chg="add">
          <ac:chgData name="Macioszczyk, Eric (Cognizant)" userId="a55378e3-86af-43da-a239-4686c1f988a0" providerId="ADAL" clId="{7CDA4340-C2B7-48C6-944C-1DE84FD8DDB6}" dt="2026-08-07T14:16:38.823" v="1308" actId="22"/>
          <ac:spMkLst>
            <pc:docMk/>
            <pc:sldMk cId="808302021" sldId="259"/>
            <ac:spMk id="98" creationId="{918D661F-EB0D-AE08-5B1D-3BFB7AF44696}"/>
          </ac:spMkLst>
        </pc:spChg>
        <pc:spChg chg="add mod">
          <ac:chgData name="Macioszczyk, Eric (Cognizant)" userId="a55378e3-86af-43da-a239-4686c1f988a0" providerId="ADAL" clId="{7CDA4340-C2B7-48C6-944C-1DE84FD8DDB6}" dt="2026-08-07T15:40:07.604" v="1779" actId="2085"/>
          <ac:spMkLst>
            <pc:docMk/>
            <pc:sldMk cId="808302021" sldId="259"/>
            <ac:spMk id="100" creationId="{9C7FD59C-20DE-4D35-287F-130DC0266615}"/>
          </ac:spMkLst>
        </pc:spChg>
        <pc:spChg chg="add">
          <ac:chgData name="Macioszczyk, Eric (Cognizant)" userId="a55378e3-86af-43da-a239-4686c1f988a0" providerId="ADAL" clId="{7CDA4340-C2B7-48C6-944C-1DE84FD8DDB6}" dt="2026-08-07T14:16:38.823" v="1308" actId="22"/>
          <ac:spMkLst>
            <pc:docMk/>
            <pc:sldMk cId="808302021" sldId="259"/>
            <ac:spMk id="102" creationId="{AFBD52CA-6CE4-3642-D1BB-0C6CF96E495B}"/>
          </ac:spMkLst>
        </pc:spChg>
        <pc:grpChg chg="mod">
          <ac:chgData name="Macioszczyk, Eric (Cognizant)" userId="a55378e3-86af-43da-a239-4686c1f988a0" providerId="ADAL" clId="{7CDA4340-C2B7-48C6-944C-1DE84FD8DDB6}" dt="2026-08-07T09:24:41.251" v="608" actId="1076"/>
          <ac:grpSpMkLst>
            <pc:docMk/>
            <pc:sldMk cId="808302021" sldId="259"/>
            <ac:grpSpMk id="4" creationId="{4695CBE1-0CD3-EA17-E90D-331C9295865B}"/>
          </ac:grpSpMkLst>
        </pc:grpChg>
        <pc:picChg chg="add mod">
          <ac:chgData name="Macioszczyk, Eric (Cognizant)" userId="a55378e3-86af-43da-a239-4686c1f988a0" providerId="ADAL" clId="{7CDA4340-C2B7-48C6-944C-1DE84FD8DDB6}" dt="2026-08-07T09:27:20.037" v="619" actId="1076"/>
          <ac:picMkLst>
            <pc:docMk/>
            <pc:sldMk cId="808302021" sldId="259"/>
            <ac:picMk id="91" creationId="{1ED4156B-D4B5-61B7-AEA9-E9F4DD66E6C1}"/>
          </ac:picMkLst>
        </pc:picChg>
        <pc:cxnChg chg="add mod">
          <ac:chgData name="Macioszczyk, Eric (Cognizant)" userId="a55378e3-86af-43da-a239-4686c1f988a0" providerId="ADAL" clId="{7CDA4340-C2B7-48C6-944C-1DE84FD8DDB6}" dt="2026-08-07T09:01:34.426" v="385" actId="1076"/>
          <ac:cxnSpMkLst>
            <pc:docMk/>
            <pc:sldMk cId="808302021" sldId="259"/>
            <ac:cxnSpMk id="16" creationId="{1C184FDC-E959-9A01-517B-820602F2AD47}"/>
          </ac:cxnSpMkLst>
        </pc:cxnChg>
        <pc:cxnChg chg="add mod">
          <ac:chgData name="Macioszczyk, Eric (Cognizant)" userId="a55378e3-86af-43da-a239-4686c1f988a0" providerId="ADAL" clId="{7CDA4340-C2B7-48C6-944C-1DE84FD8DDB6}" dt="2026-08-07T09:01:45.574" v="387" actId="1076"/>
          <ac:cxnSpMkLst>
            <pc:docMk/>
            <pc:sldMk cId="808302021" sldId="259"/>
            <ac:cxnSpMk id="19" creationId="{A0C77751-1700-F2FC-9D8B-01A957D5BD45}"/>
          </ac:cxnSpMkLst>
        </pc:cxnChg>
        <pc:cxnChg chg="add mod">
          <ac:chgData name="Macioszczyk, Eric (Cognizant)" userId="a55378e3-86af-43da-a239-4686c1f988a0" providerId="ADAL" clId="{7CDA4340-C2B7-48C6-944C-1DE84FD8DDB6}" dt="2026-08-07T09:24:41.251" v="608" actId="1076"/>
          <ac:cxnSpMkLst>
            <pc:docMk/>
            <pc:sldMk cId="808302021" sldId="259"/>
            <ac:cxnSpMk id="22" creationId="{476C34AC-A50C-818A-7607-80E7CFE257A0}"/>
          </ac:cxnSpMkLst>
        </pc:cxnChg>
        <pc:cxnChg chg="add mod">
          <ac:chgData name="Macioszczyk, Eric (Cognizant)" userId="a55378e3-86af-43da-a239-4686c1f988a0" providerId="ADAL" clId="{7CDA4340-C2B7-48C6-944C-1DE84FD8DDB6}" dt="2026-08-07T09:24:41.251" v="608" actId="1076"/>
          <ac:cxnSpMkLst>
            <pc:docMk/>
            <pc:sldMk cId="808302021" sldId="259"/>
            <ac:cxnSpMk id="27" creationId="{C685D414-06E4-08AF-2B5C-51FB071BD6D9}"/>
          </ac:cxnSpMkLst>
        </pc:cxnChg>
        <pc:cxnChg chg="add mod">
          <ac:chgData name="Macioszczyk, Eric (Cognizant)" userId="a55378e3-86af-43da-a239-4686c1f988a0" providerId="ADAL" clId="{7CDA4340-C2B7-48C6-944C-1DE84FD8DDB6}" dt="2026-08-07T09:24:41.251" v="608" actId="1076"/>
          <ac:cxnSpMkLst>
            <pc:docMk/>
            <pc:sldMk cId="808302021" sldId="259"/>
            <ac:cxnSpMk id="30" creationId="{B7F89658-58B3-9420-CFCB-1BECA20C1048}"/>
          </ac:cxnSpMkLst>
        </pc:cxnChg>
        <pc:cxnChg chg="add mod">
          <ac:chgData name="Macioszczyk, Eric (Cognizant)" userId="a55378e3-86af-43da-a239-4686c1f988a0" providerId="ADAL" clId="{7CDA4340-C2B7-48C6-944C-1DE84FD8DDB6}" dt="2026-08-07T09:24:41.251" v="608" actId="1076"/>
          <ac:cxnSpMkLst>
            <pc:docMk/>
            <pc:sldMk cId="808302021" sldId="259"/>
            <ac:cxnSpMk id="35" creationId="{79E62F4D-6FCD-E723-582D-46F3C846E982}"/>
          </ac:cxnSpMkLst>
        </pc:cxnChg>
        <pc:cxnChg chg="add mod">
          <ac:chgData name="Macioszczyk, Eric (Cognizant)" userId="a55378e3-86af-43da-a239-4686c1f988a0" providerId="ADAL" clId="{7CDA4340-C2B7-48C6-944C-1DE84FD8DDB6}" dt="2026-08-07T09:21:37.823" v="566" actId="688"/>
          <ac:cxnSpMkLst>
            <pc:docMk/>
            <pc:sldMk cId="808302021" sldId="259"/>
            <ac:cxnSpMk id="44" creationId="{6D651EE4-DD9C-980E-1A9A-7EA56DB15F68}"/>
          </ac:cxnSpMkLst>
        </pc:cxnChg>
        <pc:cxnChg chg="add mod">
          <ac:chgData name="Macioszczyk, Eric (Cognizant)" userId="a55378e3-86af-43da-a239-4686c1f988a0" providerId="ADAL" clId="{7CDA4340-C2B7-48C6-944C-1DE84FD8DDB6}" dt="2026-08-07T09:03:05.924" v="395" actId="1076"/>
          <ac:cxnSpMkLst>
            <pc:docMk/>
            <pc:sldMk cId="808302021" sldId="259"/>
            <ac:cxnSpMk id="48" creationId="{408F79B1-B72F-EB30-D1A8-E74CE514B0BA}"/>
          </ac:cxnSpMkLst>
        </pc:cxnChg>
        <pc:cxnChg chg="add mod">
          <ac:chgData name="Macioszczyk, Eric (Cognizant)" userId="a55378e3-86af-43da-a239-4686c1f988a0" providerId="ADAL" clId="{7CDA4340-C2B7-48C6-944C-1DE84FD8DDB6}" dt="2026-08-07T09:06:11.996" v="455" actId="1037"/>
          <ac:cxnSpMkLst>
            <pc:docMk/>
            <pc:sldMk cId="808302021" sldId="259"/>
            <ac:cxnSpMk id="50" creationId="{1D2F2595-BC48-869C-46B8-8917994749A1}"/>
          </ac:cxnSpMkLst>
        </pc:cxnChg>
        <pc:cxnChg chg="add mod">
          <ac:chgData name="Macioszczyk, Eric (Cognizant)" userId="a55378e3-86af-43da-a239-4686c1f988a0" providerId="ADAL" clId="{7CDA4340-C2B7-48C6-944C-1DE84FD8DDB6}" dt="2026-08-07T14:17:09.385" v="1315" actId="1037"/>
          <ac:cxnSpMkLst>
            <pc:docMk/>
            <pc:sldMk cId="808302021" sldId="259"/>
            <ac:cxnSpMk id="74" creationId="{BE28975D-A97A-3D81-1061-B6A92B5DDED9}"/>
          </ac:cxnSpMkLst>
        </pc:cxnChg>
        <pc:cxnChg chg="add mod">
          <ac:chgData name="Macioszczyk, Eric (Cognizant)" userId="a55378e3-86af-43da-a239-4686c1f988a0" providerId="ADAL" clId="{7CDA4340-C2B7-48C6-944C-1DE84FD8DDB6}" dt="2026-08-07T14:17:19.478" v="1318" actId="14100"/>
          <ac:cxnSpMkLst>
            <pc:docMk/>
            <pc:sldMk cId="808302021" sldId="259"/>
            <ac:cxnSpMk id="106" creationId="{C9218A96-067B-19B2-6DEC-9C4055E11941}"/>
          </ac:cxnSpMkLst>
        </pc:cxnChg>
        <pc:cxnChg chg="add mod">
          <ac:chgData name="Macioszczyk, Eric (Cognizant)" userId="a55378e3-86af-43da-a239-4686c1f988a0" providerId="ADAL" clId="{7CDA4340-C2B7-48C6-944C-1DE84FD8DDB6}" dt="2026-08-07T14:17:35.550" v="1328" actId="1035"/>
          <ac:cxnSpMkLst>
            <pc:docMk/>
            <pc:sldMk cId="808302021" sldId="259"/>
            <ac:cxnSpMk id="109" creationId="{056824BF-6662-9648-8A23-ABCE9A169A8D}"/>
          </ac:cxnSpMkLst>
        </pc:cxnChg>
      </pc:sldChg>
      <pc:sldChg chg="addSp delSp modSp add mod">
        <pc:chgData name="Macioszczyk, Eric (Cognizant)" userId="a55378e3-86af-43da-a239-4686c1f988a0" providerId="ADAL" clId="{7CDA4340-C2B7-48C6-944C-1DE84FD8DDB6}" dt="2026-08-07T15:43:58.410" v="1873" actId="20577"/>
        <pc:sldMkLst>
          <pc:docMk/>
          <pc:sldMk cId="3660271765" sldId="260"/>
        </pc:sldMkLst>
        <pc:spChg chg="mod">
          <ac:chgData name="Macioszczyk, Eric (Cognizant)" userId="a55378e3-86af-43da-a239-4686c1f988a0" providerId="ADAL" clId="{7CDA4340-C2B7-48C6-944C-1DE84FD8DDB6}" dt="2026-08-07T09:50:54.044" v="845" actId="790"/>
          <ac:spMkLst>
            <pc:docMk/>
            <pc:sldMk cId="3660271765" sldId="260"/>
            <ac:spMk id="3" creationId="{625C79C3-9DE3-7F1E-0333-E9654B5BAC23}"/>
          </ac:spMkLst>
        </pc:spChg>
        <pc:spChg chg="add mod">
          <ac:chgData name="Macioszczyk, Eric (Cognizant)" userId="a55378e3-86af-43da-a239-4686c1f988a0" providerId="ADAL" clId="{7CDA4340-C2B7-48C6-944C-1DE84FD8DDB6}" dt="2026-08-07T09:33:22.876" v="692" actId="20577"/>
          <ac:spMkLst>
            <pc:docMk/>
            <pc:sldMk cId="3660271765" sldId="260"/>
            <ac:spMk id="6" creationId="{E2F4B4DC-6AB8-1BB9-A738-A339F06942E2}"/>
          </ac:spMkLst>
        </pc:spChg>
        <pc:spChg chg="mod ord">
          <ac:chgData name="Macioszczyk, Eric (Cognizant)" userId="a55378e3-86af-43da-a239-4686c1f988a0" providerId="ADAL" clId="{7CDA4340-C2B7-48C6-944C-1DE84FD8DDB6}" dt="2026-08-07T15:39:22.631" v="1767" actId="2085"/>
          <ac:spMkLst>
            <pc:docMk/>
            <pc:sldMk cId="3660271765" sldId="260"/>
            <ac:spMk id="8" creationId="{85229785-C2E0-C145-72DD-B7264052BF43}"/>
          </ac:spMkLst>
        </pc:spChg>
        <pc:spChg chg="mod">
          <ac:chgData name="Macioszczyk, Eric (Cognizant)" userId="a55378e3-86af-43da-a239-4686c1f988a0" providerId="ADAL" clId="{7CDA4340-C2B7-48C6-944C-1DE84FD8DDB6}" dt="2026-08-07T15:39:29.501" v="1769" actId="2085"/>
          <ac:spMkLst>
            <pc:docMk/>
            <pc:sldMk cId="3660271765" sldId="260"/>
            <ac:spMk id="9" creationId="{DA5ED336-CDF2-4AAD-F741-BE47BA2B078F}"/>
          </ac:spMkLst>
        </pc:spChg>
        <pc:spChg chg="mod">
          <ac:chgData name="Macioszczyk, Eric (Cognizant)" userId="a55378e3-86af-43da-a239-4686c1f988a0" providerId="ADAL" clId="{7CDA4340-C2B7-48C6-944C-1DE84FD8DDB6}" dt="2026-08-07T15:39:26.329" v="1768" actId="2085"/>
          <ac:spMkLst>
            <pc:docMk/>
            <pc:sldMk cId="3660271765" sldId="260"/>
            <ac:spMk id="10" creationId="{F79E011D-B16E-F6EB-CFBF-F0D958DB30A7}"/>
          </ac:spMkLst>
        </pc:spChg>
        <pc:spChg chg="mod">
          <ac:chgData name="Macioszczyk, Eric (Cognizant)" userId="a55378e3-86af-43da-a239-4686c1f988a0" providerId="ADAL" clId="{7CDA4340-C2B7-48C6-944C-1DE84FD8DDB6}" dt="2026-08-07T15:39:32.015" v="1770" actId="2085"/>
          <ac:spMkLst>
            <pc:docMk/>
            <pc:sldMk cId="3660271765" sldId="260"/>
            <ac:spMk id="13" creationId="{865EE74B-9E53-75B2-BD72-F1650AF6D2B1}"/>
          </ac:spMkLst>
        </pc:spChg>
        <pc:spChg chg="mod">
          <ac:chgData name="Macioszczyk, Eric (Cognizant)" userId="a55378e3-86af-43da-a239-4686c1f988a0" providerId="ADAL" clId="{7CDA4340-C2B7-48C6-944C-1DE84FD8DDB6}" dt="2026-08-07T15:32:33.718" v="1694" actId="20577"/>
          <ac:spMkLst>
            <pc:docMk/>
            <pc:sldMk cId="3660271765" sldId="260"/>
            <ac:spMk id="15" creationId="{3CE223FA-B5DE-FC11-A7B6-6376D6F6BECE}"/>
          </ac:spMkLst>
        </pc:spChg>
        <pc:spChg chg="mod">
          <ac:chgData name="Macioszczyk, Eric (Cognizant)" userId="a55378e3-86af-43da-a239-4686c1f988a0" providerId="ADAL" clId="{7CDA4340-C2B7-48C6-944C-1DE84FD8DDB6}" dt="2026-08-07T10:21:06.112" v="1107" actId="14100"/>
          <ac:spMkLst>
            <pc:docMk/>
            <pc:sldMk cId="3660271765" sldId="260"/>
            <ac:spMk id="18" creationId="{A6CED3CD-6D23-66AC-B1E3-A85538F2D438}"/>
          </ac:spMkLst>
        </pc:spChg>
        <pc:spChg chg="mod">
          <ac:chgData name="Macioszczyk, Eric (Cognizant)" userId="a55378e3-86af-43da-a239-4686c1f988a0" providerId="ADAL" clId="{7CDA4340-C2B7-48C6-944C-1DE84FD8DDB6}" dt="2026-08-07T09:51:00.569" v="847" actId="20577"/>
          <ac:spMkLst>
            <pc:docMk/>
            <pc:sldMk cId="3660271765" sldId="260"/>
            <ac:spMk id="29" creationId="{F657014C-E02A-042A-3F31-A2EBF47792D2}"/>
          </ac:spMkLst>
        </pc:spChg>
        <pc:spChg chg="add mod">
          <ac:chgData name="Macioszczyk, Eric (Cognizant)" userId="a55378e3-86af-43da-a239-4686c1f988a0" providerId="ADAL" clId="{7CDA4340-C2B7-48C6-944C-1DE84FD8DDB6}" dt="2026-08-07T15:39:35.158" v="1771" actId="2085"/>
          <ac:spMkLst>
            <pc:docMk/>
            <pc:sldMk cId="3660271765" sldId="260"/>
            <ac:spMk id="36" creationId="{DD1840AF-A720-7107-F4F5-6BEBCFCBFC5C}"/>
          </ac:spMkLst>
        </pc:spChg>
        <pc:spChg chg="add mod ord">
          <ac:chgData name="Macioszczyk, Eric (Cognizant)" userId="a55378e3-86af-43da-a239-4686c1f988a0" providerId="ADAL" clId="{7CDA4340-C2B7-48C6-944C-1DE84FD8DDB6}" dt="2026-08-07T15:39:38.178" v="1772" actId="2085"/>
          <ac:spMkLst>
            <pc:docMk/>
            <pc:sldMk cId="3660271765" sldId="260"/>
            <ac:spMk id="51" creationId="{79F3BBCF-F6AB-239D-96AD-144771006E89}"/>
          </ac:spMkLst>
        </pc:spChg>
        <pc:spChg chg="mod">
          <ac:chgData name="Macioszczyk, Eric (Cognizant)" userId="a55378e3-86af-43da-a239-4686c1f988a0" providerId="ADAL" clId="{7CDA4340-C2B7-48C6-944C-1DE84FD8DDB6}" dt="2026-08-07T15:43:56.939" v="1872" actId="20577"/>
          <ac:spMkLst>
            <pc:docMk/>
            <pc:sldMk cId="3660271765" sldId="260"/>
            <ac:spMk id="52" creationId="{B12F1A02-0CFD-E673-FA45-C6E5D31AF952}"/>
          </ac:spMkLst>
        </pc:spChg>
        <pc:spChg chg="mod">
          <ac:chgData name="Macioszczyk, Eric (Cognizant)" userId="a55378e3-86af-43da-a239-4686c1f988a0" providerId="ADAL" clId="{7CDA4340-C2B7-48C6-944C-1DE84FD8DDB6}" dt="2026-08-07T15:43:58.410" v="1873" actId="20577"/>
          <ac:spMkLst>
            <pc:docMk/>
            <pc:sldMk cId="3660271765" sldId="260"/>
            <ac:spMk id="54" creationId="{42DAD631-7A0B-8E54-F3C3-3D4ACC7B1BCD}"/>
          </ac:spMkLst>
        </pc:spChg>
        <pc:spChg chg="mod">
          <ac:chgData name="Macioszczyk, Eric (Cognizant)" userId="a55378e3-86af-43da-a239-4686c1f988a0" providerId="ADAL" clId="{7CDA4340-C2B7-48C6-944C-1DE84FD8DDB6}" dt="2026-08-07T10:16:21.378" v="1083" actId="1076"/>
          <ac:spMkLst>
            <pc:docMk/>
            <pc:sldMk cId="3660271765" sldId="260"/>
            <ac:spMk id="56" creationId="{982FE584-F485-CA15-97E4-B39659A1C312}"/>
          </ac:spMkLst>
        </pc:spChg>
        <pc:spChg chg="add mod">
          <ac:chgData name="Macioszczyk, Eric (Cognizant)" userId="a55378e3-86af-43da-a239-4686c1f988a0" providerId="ADAL" clId="{7CDA4340-C2B7-48C6-944C-1DE84FD8DDB6}" dt="2026-08-07T10:00:24.702" v="973" actId="693"/>
          <ac:spMkLst>
            <pc:docMk/>
            <pc:sldMk cId="3660271765" sldId="260"/>
            <ac:spMk id="64" creationId="{8F164AE0-418B-0114-3280-F9DFCDF699F4}"/>
          </ac:spMkLst>
        </pc:spChg>
        <pc:spChg chg="mod">
          <ac:chgData name="Macioszczyk, Eric (Cognizant)" userId="a55378e3-86af-43da-a239-4686c1f988a0" providerId="ADAL" clId="{7CDA4340-C2B7-48C6-944C-1DE84FD8DDB6}" dt="2026-08-07T15:16:44.432" v="1589" actId="207"/>
          <ac:spMkLst>
            <pc:docMk/>
            <pc:sldMk cId="3660271765" sldId="260"/>
            <ac:spMk id="70" creationId="{F149A2D2-C4F4-461C-1795-04A1A3BB96F0}"/>
          </ac:spMkLst>
        </pc:spChg>
        <pc:spChg chg="add mod">
          <ac:chgData name="Macioszczyk, Eric (Cognizant)" userId="a55378e3-86af-43da-a239-4686c1f988a0" providerId="ADAL" clId="{7CDA4340-C2B7-48C6-944C-1DE84FD8DDB6}" dt="2026-08-07T09:59:51.424" v="969" actId="14100"/>
          <ac:spMkLst>
            <pc:docMk/>
            <pc:sldMk cId="3660271765" sldId="260"/>
            <ac:spMk id="71" creationId="{52CDD813-0ED8-0868-10D7-AD0D123C21F2}"/>
          </ac:spMkLst>
        </pc:spChg>
        <pc:spChg chg="mod">
          <ac:chgData name="Macioszczyk, Eric (Cognizant)" userId="a55378e3-86af-43da-a239-4686c1f988a0" providerId="ADAL" clId="{7CDA4340-C2B7-48C6-944C-1DE84FD8DDB6}" dt="2026-08-07T10:09:22.005" v="1041" actId="1076"/>
          <ac:spMkLst>
            <pc:docMk/>
            <pc:sldMk cId="3660271765" sldId="260"/>
            <ac:spMk id="73" creationId="{DFF78AC9-61B8-B1DA-F865-CCC54E205F8D}"/>
          </ac:spMkLst>
        </pc:spChg>
        <pc:spChg chg="mod ord">
          <ac:chgData name="Macioszczyk, Eric (Cognizant)" userId="a55378e3-86af-43da-a239-4686c1f988a0" providerId="ADAL" clId="{7CDA4340-C2B7-48C6-944C-1DE84FD8DDB6}" dt="2026-08-07T10:02:51.869" v="986" actId="167"/>
          <ac:spMkLst>
            <pc:docMk/>
            <pc:sldMk cId="3660271765" sldId="260"/>
            <ac:spMk id="78" creationId="{473AA4F5-BA55-A9BB-1CB6-BC4BB486212B}"/>
          </ac:spMkLst>
        </pc:spChg>
        <pc:spChg chg="mod">
          <ac:chgData name="Macioszczyk, Eric (Cognizant)" userId="a55378e3-86af-43da-a239-4686c1f988a0" providerId="ADAL" clId="{7CDA4340-C2B7-48C6-944C-1DE84FD8DDB6}" dt="2026-08-07T09:50:54.044" v="845" actId="790"/>
          <ac:spMkLst>
            <pc:docMk/>
            <pc:sldMk cId="3660271765" sldId="260"/>
            <ac:spMk id="81" creationId="{E6117F56-4A69-BEA3-5028-F7EE91936BA4}"/>
          </ac:spMkLst>
        </pc:spChg>
        <pc:spChg chg="mod">
          <ac:chgData name="Macioszczyk, Eric (Cognizant)" userId="a55378e3-86af-43da-a239-4686c1f988a0" providerId="ADAL" clId="{7CDA4340-C2B7-48C6-944C-1DE84FD8DDB6}" dt="2026-08-07T09:50:54.044" v="845" actId="790"/>
          <ac:spMkLst>
            <pc:docMk/>
            <pc:sldMk cId="3660271765" sldId="260"/>
            <ac:spMk id="85" creationId="{E8C673FF-81F9-A6C4-D48D-038EFB926B49}"/>
          </ac:spMkLst>
        </pc:spChg>
        <pc:spChg chg="mod">
          <ac:chgData name="Macioszczyk, Eric (Cognizant)" userId="a55378e3-86af-43da-a239-4686c1f988a0" providerId="ADAL" clId="{7CDA4340-C2B7-48C6-944C-1DE84FD8DDB6}" dt="2026-08-07T09:49:19.808" v="820" actId="1076"/>
          <ac:spMkLst>
            <pc:docMk/>
            <pc:sldMk cId="3660271765" sldId="260"/>
            <ac:spMk id="87" creationId="{7626CE48-51C3-2656-627C-5442270F52C4}"/>
          </ac:spMkLst>
        </pc:spChg>
        <pc:grpChg chg="mod">
          <ac:chgData name="Macioszczyk, Eric (Cognizant)" userId="a55378e3-86af-43da-a239-4686c1f988a0" providerId="ADAL" clId="{7CDA4340-C2B7-48C6-944C-1DE84FD8DDB6}" dt="2026-08-07T10:15:20.977" v="1075" actId="1076"/>
          <ac:grpSpMkLst>
            <pc:docMk/>
            <pc:sldMk cId="3660271765" sldId="260"/>
            <ac:grpSpMk id="4" creationId="{48075D74-CF1B-4140-58F7-8B36EFC7A8DB}"/>
          </ac:grpSpMkLst>
        </pc:grpChg>
        <pc:cxnChg chg="mod">
          <ac:chgData name="Macioszczyk, Eric (Cognizant)" userId="a55378e3-86af-43da-a239-4686c1f988a0" providerId="ADAL" clId="{7CDA4340-C2B7-48C6-944C-1DE84FD8DDB6}" dt="2026-08-07T10:16:33.447" v="1086" actId="1076"/>
          <ac:cxnSpMkLst>
            <pc:docMk/>
            <pc:sldMk cId="3660271765" sldId="260"/>
            <ac:cxnSpMk id="16" creationId="{E0BA8D17-0A7D-F5E6-4B49-4487EE8E4DB2}"/>
          </ac:cxnSpMkLst>
        </pc:cxnChg>
        <pc:cxnChg chg="mod">
          <ac:chgData name="Macioszczyk, Eric (Cognizant)" userId="a55378e3-86af-43da-a239-4686c1f988a0" providerId="ADAL" clId="{7CDA4340-C2B7-48C6-944C-1DE84FD8DDB6}" dt="2026-08-07T10:16:15.354" v="1081" actId="1076"/>
          <ac:cxnSpMkLst>
            <pc:docMk/>
            <pc:sldMk cId="3660271765" sldId="260"/>
            <ac:cxnSpMk id="19" creationId="{E1E0FB85-6D83-F68E-B459-9A29CA498550}"/>
          </ac:cxnSpMkLst>
        </pc:cxnChg>
        <pc:cxnChg chg="mod">
          <ac:chgData name="Macioszczyk, Eric (Cognizant)" userId="a55378e3-86af-43da-a239-4686c1f988a0" providerId="ADAL" clId="{7CDA4340-C2B7-48C6-944C-1DE84FD8DDB6}" dt="2026-08-07T15:32:44.189" v="1707" actId="1036"/>
          <ac:cxnSpMkLst>
            <pc:docMk/>
            <pc:sldMk cId="3660271765" sldId="260"/>
            <ac:cxnSpMk id="22" creationId="{E9F9B29D-A11A-0CED-E570-26E29615A2CE}"/>
          </ac:cxnSpMkLst>
        </pc:cxnChg>
        <pc:cxnChg chg="mod">
          <ac:chgData name="Macioszczyk, Eric (Cognizant)" userId="a55378e3-86af-43da-a239-4686c1f988a0" providerId="ADAL" clId="{7CDA4340-C2B7-48C6-944C-1DE84FD8DDB6}" dt="2026-08-07T15:32:44.189" v="1707" actId="1036"/>
          <ac:cxnSpMkLst>
            <pc:docMk/>
            <pc:sldMk cId="3660271765" sldId="260"/>
            <ac:cxnSpMk id="27" creationId="{C2661F2E-3665-38E4-EF1D-C5496642EBD9}"/>
          </ac:cxnSpMkLst>
        </pc:cxnChg>
        <pc:cxnChg chg="mod">
          <ac:chgData name="Macioszczyk, Eric (Cognizant)" userId="a55378e3-86af-43da-a239-4686c1f988a0" providerId="ADAL" clId="{7CDA4340-C2B7-48C6-944C-1DE84FD8DDB6}" dt="2026-08-07T10:15:57.738" v="1078" actId="1076"/>
          <ac:cxnSpMkLst>
            <pc:docMk/>
            <pc:sldMk cId="3660271765" sldId="260"/>
            <ac:cxnSpMk id="30" creationId="{4E0EB479-345F-84CB-CA3F-8EE7BAFD2305}"/>
          </ac:cxnSpMkLst>
        </pc:cxnChg>
        <pc:cxnChg chg="add mod">
          <ac:chgData name="Macioszczyk, Eric (Cognizant)" userId="a55378e3-86af-43da-a239-4686c1f988a0" providerId="ADAL" clId="{7CDA4340-C2B7-48C6-944C-1DE84FD8DDB6}" dt="2026-08-07T10:16:05.296" v="1079" actId="1076"/>
          <ac:cxnSpMkLst>
            <pc:docMk/>
            <pc:sldMk cId="3660271765" sldId="260"/>
            <ac:cxnSpMk id="41" creationId="{9F11C74E-D96A-8480-7BE7-EE3997A878F7}"/>
          </ac:cxnSpMkLst>
        </pc:cxnChg>
        <pc:cxnChg chg="mod">
          <ac:chgData name="Macioszczyk, Eric (Cognizant)" userId="a55378e3-86af-43da-a239-4686c1f988a0" providerId="ADAL" clId="{7CDA4340-C2B7-48C6-944C-1DE84FD8DDB6}" dt="2026-08-07T10:16:18.936" v="1082" actId="1076"/>
          <ac:cxnSpMkLst>
            <pc:docMk/>
            <pc:sldMk cId="3660271765" sldId="260"/>
            <ac:cxnSpMk id="48" creationId="{F3953A3A-75B8-9DD4-B8E3-EDC5C5667084}"/>
          </ac:cxnSpMkLst>
        </pc:cxnChg>
        <pc:cxnChg chg="mod">
          <ac:chgData name="Macioszczyk, Eric (Cognizant)" userId="a55378e3-86af-43da-a239-4686c1f988a0" providerId="ADAL" clId="{7CDA4340-C2B7-48C6-944C-1DE84FD8DDB6}" dt="2026-08-07T10:16:36.437" v="1087" actId="1076"/>
          <ac:cxnSpMkLst>
            <pc:docMk/>
            <pc:sldMk cId="3660271765" sldId="260"/>
            <ac:cxnSpMk id="50" creationId="{BF1EB777-2A5F-6409-7CC5-C55F322E710D}"/>
          </ac:cxnSpMkLst>
        </pc:cxnChg>
        <pc:cxnChg chg="add mod">
          <ac:chgData name="Macioszczyk, Eric (Cognizant)" userId="a55378e3-86af-43da-a239-4686c1f988a0" providerId="ADAL" clId="{7CDA4340-C2B7-48C6-944C-1DE84FD8DDB6}" dt="2026-08-07T10:16:05.296" v="1079" actId="1076"/>
          <ac:cxnSpMkLst>
            <pc:docMk/>
            <pc:sldMk cId="3660271765" sldId="260"/>
            <ac:cxnSpMk id="55" creationId="{42BC5A6B-9E42-519C-2A72-819A049E2ED2}"/>
          </ac:cxnSpMkLst>
        </pc:cxnChg>
        <pc:cxnChg chg="mod">
          <ac:chgData name="Macioszczyk, Eric (Cognizant)" userId="a55378e3-86af-43da-a239-4686c1f988a0" providerId="ADAL" clId="{7CDA4340-C2B7-48C6-944C-1DE84FD8DDB6}" dt="2026-08-07T10:15:51.690" v="1077" actId="1076"/>
          <ac:cxnSpMkLst>
            <pc:docMk/>
            <pc:sldMk cId="3660271765" sldId="260"/>
            <ac:cxnSpMk id="74" creationId="{03791CA5-935D-893E-447F-C81228F127C8}"/>
          </ac:cxnSpMkLst>
        </pc:cxnChg>
      </pc:sldChg>
      <pc:sldChg chg="addSp modSp add mod">
        <pc:chgData name="Macioszczyk, Eric (Cognizant)" userId="a55378e3-86af-43da-a239-4686c1f988a0" providerId="ADAL" clId="{7CDA4340-C2B7-48C6-944C-1DE84FD8DDB6}" dt="2026-08-10T05:24:34.519" v="2584" actId="688"/>
        <pc:sldMkLst>
          <pc:docMk/>
          <pc:sldMk cId="1338706405" sldId="261"/>
        </pc:sldMkLst>
        <pc:spChg chg="mod">
          <ac:chgData name="Macioszczyk, Eric (Cognizant)" userId="a55378e3-86af-43da-a239-4686c1f988a0" providerId="ADAL" clId="{7CDA4340-C2B7-48C6-944C-1DE84FD8DDB6}" dt="2026-08-07T10:20:39.530" v="1096" actId="20577"/>
          <ac:spMkLst>
            <pc:docMk/>
            <pc:sldMk cId="1338706405" sldId="261"/>
            <ac:spMk id="6" creationId="{53137FB3-A7BE-1046-2BEE-DFB4E2E04870}"/>
          </ac:spMkLst>
        </pc:spChg>
        <pc:spChg chg="mod">
          <ac:chgData name="Macioszczyk, Eric (Cognizant)" userId="a55378e3-86af-43da-a239-4686c1f988a0" providerId="ADAL" clId="{7CDA4340-C2B7-48C6-944C-1DE84FD8DDB6}" dt="2026-08-07T15:38:59.782" v="1762" actId="2085"/>
          <ac:spMkLst>
            <pc:docMk/>
            <pc:sldMk cId="1338706405" sldId="261"/>
            <ac:spMk id="8" creationId="{99D72DFC-36C1-31BD-0DE0-451C1F450238}"/>
          </ac:spMkLst>
        </pc:spChg>
        <pc:spChg chg="mod">
          <ac:chgData name="Macioszczyk, Eric (Cognizant)" userId="a55378e3-86af-43da-a239-4686c1f988a0" providerId="ADAL" clId="{7CDA4340-C2B7-48C6-944C-1DE84FD8DDB6}" dt="2026-08-07T15:39:06.604" v="1764" actId="2085"/>
          <ac:spMkLst>
            <pc:docMk/>
            <pc:sldMk cId="1338706405" sldId="261"/>
            <ac:spMk id="9" creationId="{90731222-5BCA-0D42-636E-3FE4B5D7A0EA}"/>
          </ac:spMkLst>
        </pc:spChg>
        <pc:spChg chg="mod">
          <ac:chgData name="Macioszczyk, Eric (Cognizant)" userId="a55378e3-86af-43da-a239-4686c1f988a0" providerId="ADAL" clId="{7CDA4340-C2B7-48C6-944C-1DE84FD8DDB6}" dt="2026-08-07T15:38:55.714" v="1761" actId="2085"/>
          <ac:spMkLst>
            <pc:docMk/>
            <pc:sldMk cId="1338706405" sldId="261"/>
            <ac:spMk id="10" creationId="{5C4470E7-C1EA-47E3-FA94-A0E221C13672}"/>
          </ac:spMkLst>
        </pc:spChg>
        <pc:spChg chg="add mod">
          <ac:chgData name="Macioszczyk, Eric (Cognizant)" userId="a55378e3-86af-43da-a239-4686c1f988a0" providerId="ADAL" clId="{7CDA4340-C2B7-48C6-944C-1DE84FD8DDB6}" dt="2026-08-10T05:24:34.519" v="2584" actId="688"/>
          <ac:spMkLst>
            <pc:docMk/>
            <pc:sldMk cId="1338706405" sldId="261"/>
            <ac:spMk id="12" creationId="{0C3FC823-7C09-D826-3464-FA54F2634C95}"/>
          </ac:spMkLst>
        </pc:spChg>
        <pc:spChg chg="mod">
          <ac:chgData name="Macioszczyk, Eric (Cognizant)" userId="a55378e3-86af-43da-a239-4686c1f988a0" providerId="ADAL" clId="{7CDA4340-C2B7-48C6-944C-1DE84FD8DDB6}" dt="2026-08-07T15:39:02.934" v="1763" actId="2085"/>
          <ac:spMkLst>
            <pc:docMk/>
            <pc:sldMk cId="1338706405" sldId="261"/>
            <ac:spMk id="13" creationId="{8C11744D-F044-8C70-CDFE-125FF8D7C551}"/>
          </ac:spMkLst>
        </pc:spChg>
        <pc:spChg chg="mod">
          <ac:chgData name="Macioszczyk, Eric (Cognizant)" userId="a55378e3-86af-43da-a239-4686c1f988a0" providerId="ADAL" clId="{7CDA4340-C2B7-48C6-944C-1DE84FD8DDB6}" dt="2026-08-07T14:01:17.804" v="1261" actId="14100"/>
          <ac:spMkLst>
            <pc:docMk/>
            <pc:sldMk cId="1338706405" sldId="261"/>
            <ac:spMk id="15" creationId="{0961490E-07A0-E14E-096D-C812CE919C7A}"/>
          </ac:spMkLst>
        </pc:spChg>
        <pc:spChg chg="add mod">
          <ac:chgData name="Macioszczyk, Eric (Cognizant)" userId="a55378e3-86af-43da-a239-4686c1f988a0" providerId="ADAL" clId="{7CDA4340-C2B7-48C6-944C-1DE84FD8DDB6}" dt="2026-08-10T05:24:18.429" v="2583" actId="688"/>
          <ac:spMkLst>
            <pc:docMk/>
            <pc:sldMk cId="1338706405" sldId="261"/>
            <ac:spMk id="17" creationId="{F8C60678-99FF-F61D-A2A9-AA749B515CC1}"/>
          </ac:spMkLst>
        </pc:spChg>
        <pc:spChg chg="mod">
          <ac:chgData name="Macioszczyk, Eric (Cognizant)" userId="a55378e3-86af-43da-a239-4686c1f988a0" providerId="ADAL" clId="{7CDA4340-C2B7-48C6-944C-1DE84FD8DDB6}" dt="2026-08-07T10:22:04.713" v="1131" actId="1076"/>
          <ac:spMkLst>
            <pc:docMk/>
            <pc:sldMk cId="1338706405" sldId="261"/>
            <ac:spMk id="18" creationId="{742147BA-4328-0F71-337B-1CC2865368F9}"/>
          </ac:spMkLst>
        </pc:spChg>
        <pc:spChg chg="add mod">
          <ac:chgData name="Macioszczyk, Eric (Cognizant)" userId="a55378e3-86af-43da-a239-4686c1f988a0" providerId="ADAL" clId="{7CDA4340-C2B7-48C6-944C-1DE84FD8DDB6}" dt="2026-08-07T14:00:08.231" v="1228" actId="1076"/>
          <ac:spMkLst>
            <pc:docMk/>
            <pc:sldMk cId="1338706405" sldId="261"/>
            <ac:spMk id="25" creationId="{C702397F-E2F5-189E-C26D-E6EB10481CB2}"/>
          </ac:spMkLst>
        </pc:spChg>
        <pc:spChg chg="add mod">
          <ac:chgData name="Macioszczyk, Eric (Cognizant)" userId="a55378e3-86af-43da-a239-4686c1f988a0" providerId="ADAL" clId="{7CDA4340-C2B7-48C6-944C-1DE84FD8DDB6}" dt="2026-08-07T15:38:49.797" v="1760" actId="2085"/>
          <ac:spMkLst>
            <pc:docMk/>
            <pc:sldMk cId="1338706405" sldId="261"/>
            <ac:spMk id="26" creationId="{C327C702-96A2-9BBD-C4B5-7AAB7FB52914}"/>
          </ac:spMkLst>
        </pc:spChg>
        <pc:spChg chg="mod">
          <ac:chgData name="Macioszczyk, Eric (Cognizant)" userId="a55378e3-86af-43da-a239-4686c1f988a0" providerId="ADAL" clId="{7CDA4340-C2B7-48C6-944C-1DE84FD8DDB6}" dt="2026-08-07T14:07:03.375" v="1307" actId="1076"/>
          <ac:spMkLst>
            <pc:docMk/>
            <pc:sldMk cId="1338706405" sldId="261"/>
            <ac:spMk id="29" creationId="{97DD313A-6202-FF46-12EE-851924808AC2}"/>
          </ac:spMkLst>
        </pc:spChg>
        <pc:spChg chg="mod">
          <ac:chgData name="Macioszczyk, Eric (Cognizant)" userId="a55378e3-86af-43da-a239-4686c1f988a0" providerId="ADAL" clId="{7CDA4340-C2B7-48C6-944C-1DE84FD8DDB6}" dt="2026-08-07T15:39:10.469" v="1765" actId="2085"/>
          <ac:spMkLst>
            <pc:docMk/>
            <pc:sldMk cId="1338706405" sldId="261"/>
            <ac:spMk id="36" creationId="{EFCCA367-4ABF-B073-3DBD-65D26DB46934}"/>
          </ac:spMkLst>
        </pc:spChg>
        <pc:spChg chg="mod">
          <ac:chgData name="Macioszczyk, Eric (Cognizant)" userId="a55378e3-86af-43da-a239-4686c1f988a0" providerId="ADAL" clId="{7CDA4340-C2B7-48C6-944C-1DE84FD8DDB6}" dt="2026-08-07T15:39:13.821" v="1766" actId="2085"/>
          <ac:spMkLst>
            <pc:docMk/>
            <pc:sldMk cId="1338706405" sldId="261"/>
            <ac:spMk id="51" creationId="{35D6EE1D-75AB-B01E-6CEC-32ADAEA1E1D7}"/>
          </ac:spMkLst>
        </pc:spChg>
        <pc:spChg chg="mod">
          <ac:chgData name="Macioszczyk, Eric (Cognizant)" userId="a55378e3-86af-43da-a239-4686c1f988a0" providerId="ADAL" clId="{7CDA4340-C2B7-48C6-944C-1DE84FD8DDB6}" dt="2026-08-07T10:22:14.761" v="1144" actId="20577"/>
          <ac:spMkLst>
            <pc:docMk/>
            <pc:sldMk cId="1338706405" sldId="261"/>
            <ac:spMk id="52" creationId="{2A306F24-C176-0AE7-4031-E5CAAE87DC5F}"/>
          </ac:spMkLst>
        </pc:spChg>
        <pc:spChg chg="mod">
          <ac:chgData name="Macioszczyk, Eric (Cognizant)" userId="a55378e3-86af-43da-a239-4686c1f988a0" providerId="ADAL" clId="{7CDA4340-C2B7-48C6-944C-1DE84FD8DDB6}" dt="2026-08-07T10:26:00.564" v="1187" actId="1076"/>
          <ac:spMkLst>
            <pc:docMk/>
            <pc:sldMk cId="1338706405" sldId="261"/>
            <ac:spMk id="54" creationId="{FB237877-F106-6E72-016D-ADA358E05A3C}"/>
          </ac:spMkLst>
        </pc:spChg>
        <pc:spChg chg="mod">
          <ac:chgData name="Macioszczyk, Eric (Cognizant)" userId="a55378e3-86af-43da-a239-4686c1f988a0" providerId="ADAL" clId="{7CDA4340-C2B7-48C6-944C-1DE84FD8DDB6}" dt="2026-08-09T12:27:54.269" v="2145" actId="1076"/>
          <ac:spMkLst>
            <pc:docMk/>
            <pc:sldMk cId="1338706405" sldId="261"/>
            <ac:spMk id="56" creationId="{A321A769-79FA-1303-01FB-77B9A5BCD219}"/>
          </ac:spMkLst>
        </pc:spChg>
        <pc:spChg chg="mod">
          <ac:chgData name="Macioszczyk, Eric (Cognizant)" userId="a55378e3-86af-43da-a239-4686c1f988a0" providerId="ADAL" clId="{7CDA4340-C2B7-48C6-944C-1DE84FD8DDB6}" dt="2026-08-07T15:16:20.942" v="1587" actId="207"/>
          <ac:spMkLst>
            <pc:docMk/>
            <pc:sldMk cId="1338706405" sldId="261"/>
            <ac:spMk id="70" creationId="{ECA6782E-DAAE-D31D-A03A-62AF16963310}"/>
          </ac:spMkLst>
        </pc:spChg>
        <pc:cxnChg chg="add mod">
          <ac:chgData name="Macioszczyk, Eric (Cognizant)" userId="a55378e3-86af-43da-a239-4686c1f988a0" providerId="ADAL" clId="{7CDA4340-C2B7-48C6-944C-1DE84FD8DDB6}" dt="2026-08-10T05:24:34.519" v="2584" actId="688"/>
          <ac:cxnSpMkLst>
            <pc:docMk/>
            <pc:sldMk cId="1338706405" sldId="261"/>
            <ac:cxnSpMk id="20" creationId="{5BB99154-C492-25A3-C479-81E1D393EDBD}"/>
          </ac:cxnSpMkLst>
        </pc:cxnChg>
        <pc:cxnChg chg="mod">
          <ac:chgData name="Macioszczyk, Eric (Cognizant)" userId="a55378e3-86af-43da-a239-4686c1f988a0" providerId="ADAL" clId="{7CDA4340-C2B7-48C6-944C-1DE84FD8DDB6}" dt="2026-08-07T14:01:17.804" v="1261" actId="14100"/>
          <ac:cxnSpMkLst>
            <pc:docMk/>
            <pc:sldMk cId="1338706405" sldId="261"/>
            <ac:cxnSpMk id="22" creationId="{A8B7FBF1-12D1-868C-9D35-79E27FD1D87F}"/>
          </ac:cxnSpMkLst>
        </pc:cxnChg>
        <pc:cxnChg chg="mod">
          <ac:chgData name="Macioszczyk, Eric (Cognizant)" userId="a55378e3-86af-43da-a239-4686c1f988a0" providerId="ADAL" clId="{7CDA4340-C2B7-48C6-944C-1DE84FD8DDB6}" dt="2026-08-07T10:24:36.242" v="1168" actId="1036"/>
          <ac:cxnSpMkLst>
            <pc:docMk/>
            <pc:sldMk cId="1338706405" sldId="261"/>
            <ac:cxnSpMk id="27" creationId="{97573257-99FB-0178-C874-083B80777799}"/>
          </ac:cxnSpMkLst>
        </pc:cxnChg>
        <pc:cxnChg chg="add mod">
          <ac:chgData name="Macioszczyk, Eric (Cognizant)" userId="a55378e3-86af-43da-a239-4686c1f988a0" providerId="ADAL" clId="{7CDA4340-C2B7-48C6-944C-1DE84FD8DDB6}" dt="2026-08-07T14:00:57.067" v="1260" actId="1076"/>
          <ac:cxnSpMkLst>
            <pc:docMk/>
            <pc:sldMk cId="1338706405" sldId="261"/>
            <ac:cxnSpMk id="28" creationId="{5E9EDB37-B6DA-F35A-43D6-F57D41519754}"/>
          </ac:cxnSpMkLst>
        </pc:cxnChg>
        <pc:cxnChg chg="add mod">
          <ac:chgData name="Macioszczyk, Eric (Cognizant)" userId="a55378e3-86af-43da-a239-4686c1f988a0" providerId="ADAL" clId="{7CDA4340-C2B7-48C6-944C-1DE84FD8DDB6}" dt="2026-08-10T05:24:34.519" v="2584" actId="688"/>
          <ac:cxnSpMkLst>
            <pc:docMk/>
            <pc:sldMk cId="1338706405" sldId="261"/>
            <ac:cxnSpMk id="32" creationId="{D441ECED-E178-0E1F-DCCB-E1C007C665E2}"/>
          </ac:cxnSpMkLst>
        </pc:cxnChg>
        <pc:cxnChg chg="add mod">
          <ac:chgData name="Macioszczyk, Eric (Cognizant)" userId="a55378e3-86af-43da-a239-4686c1f988a0" providerId="ADAL" clId="{7CDA4340-C2B7-48C6-944C-1DE84FD8DDB6}" dt="2026-08-07T14:01:43.811" v="1263" actId="14100"/>
          <ac:cxnSpMkLst>
            <pc:docMk/>
            <pc:sldMk cId="1338706405" sldId="261"/>
            <ac:cxnSpMk id="40" creationId="{AAF2B2D6-9919-2E1E-1CD5-F72A25806636}"/>
          </ac:cxnSpMkLst>
        </pc:cxnChg>
      </pc:sldChg>
      <pc:sldChg chg="delSp modSp add mod">
        <pc:chgData name="Macioszczyk, Eric (Cognizant)" userId="a55378e3-86af-43da-a239-4686c1f988a0" providerId="ADAL" clId="{7CDA4340-C2B7-48C6-944C-1DE84FD8DDB6}" dt="2026-08-07T15:38:39.952" v="1759" actId="2085"/>
        <pc:sldMkLst>
          <pc:docMk/>
          <pc:sldMk cId="602568685" sldId="262"/>
        </pc:sldMkLst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3" creationId="{93177DA6-D960-3C0C-A887-FC4CEB7CDDB9}"/>
          </ac:spMkLst>
        </pc:spChg>
        <pc:spChg chg="mod">
          <ac:chgData name="Macioszczyk, Eric (Cognizant)" userId="a55378e3-86af-43da-a239-4686c1f988a0" providerId="ADAL" clId="{7CDA4340-C2B7-48C6-944C-1DE84FD8DDB6}" dt="2026-08-07T15:37:57.566" v="1753" actId="2085"/>
          <ac:spMkLst>
            <pc:docMk/>
            <pc:sldMk cId="602568685" sldId="262"/>
            <ac:spMk id="5" creationId="{B050BB7D-415C-7FC8-8B89-BAE3B71C7E62}"/>
          </ac:spMkLst>
        </pc:spChg>
        <pc:spChg chg="mod">
          <ac:chgData name="Macioszczyk, Eric (Cognizant)" userId="a55378e3-86af-43da-a239-4686c1f988a0" providerId="ADAL" clId="{7CDA4340-C2B7-48C6-944C-1DE84FD8DDB6}" dt="2026-08-07T14:29:36.684" v="1348" actId="20577"/>
          <ac:spMkLst>
            <pc:docMk/>
            <pc:sldMk cId="602568685" sldId="262"/>
            <ac:spMk id="6" creationId="{091D5F57-AD48-7C35-6875-09FC32D6555C}"/>
          </ac:spMkLst>
        </pc:spChg>
        <pc:spChg chg="mod">
          <ac:chgData name="Macioszczyk, Eric (Cognizant)" userId="a55378e3-86af-43da-a239-4686c1f988a0" providerId="ADAL" clId="{7CDA4340-C2B7-48C6-944C-1DE84FD8DDB6}" dt="2026-08-07T15:38:28.692" v="1756" actId="2085"/>
          <ac:spMkLst>
            <pc:docMk/>
            <pc:sldMk cId="602568685" sldId="262"/>
            <ac:spMk id="8" creationId="{6D6563CD-28A9-A578-66D9-560E902A6635}"/>
          </ac:spMkLst>
        </pc:spChg>
        <pc:spChg chg="mod">
          <ac:chgData name="Macioszczyk, Eric (Cognizant)" userId="a55378e3-86af-43da-a239-4686c1f988a0" providerId="ADAL" clId="{7CDA4340-C2B7-48C6-944C-1DE84FD8DDB6}" dt="2026-08-07T15:38:39.952" v="1759" actId="2085"/>
          <ac:spMkLst>
            <pc:docMk/>
            <pc:sldMk cId="602568685" sldId="262"/>
            <ac:spMk id="9" creationId="{1E2282D8-F4FC-7CDE-4575-FB47D85992E3}"/>
          </ac:spMkLst>
        </pc:spChg>
        <pc:spChg chg="mod">
          <ac:chgData name="Macioszczyk, Eric (Cognizant)" userId="a55378e3-86af-43da-a239-4686c1f988a0" providerId="ADAL" clId="{7CDA4340-C2B7-48C6-944C-1DE84FD8DDB6}" dt="2026-08-07T15:38:32.820" v="1757" actId="2085"/>
          <ac:spMkLst>
            <pc:docMk/>
            <pc:sldMk cId="602568685" sldId="262"/>
            <ac:spMk id="10" creationId="{269401DF-98FE-285D-B748-4053141F9038}"/>
          </ac:spMkLst>
        </pc:spChg>
        <pc:spChg chg="mod">
          <ac:chgData name="Macioszczyk, Eric (Cognizant)" userId="a55378e3-86af-43da-a239-4686c1f988a0" providerId="ADAL" clId="{7CDA4340-C2B7-48C6-944C-1DE84FD8DDB6}" dt="2026-08-07T15:37:57.566" v="1753" actId="2085"/>
          <ac:spMkLst>
            <pc:docMk/>
            <pc:sldMk cId="602568685" sldId="262"/>
            <ac:spMk id="11" creationId="{E68FC275-1DEC-B8F9-D106-3B29748C6B40}"/>
          </ac:spMkLst>
        </pc:spChg>
        <pc:spChg chg="mod">
          <ac:chgData name="Macioszczyk, Eric (Cognizant)" userId="a55378e3-86af-43da-a239-4686c1f988a0" providerId="ADAL" clId="{7CDA4340-C2B7-48C6-944C-1DE84FD8DDB6}" dt="2026-08-07T15:38:36.812" v="1758" actId="2085"/>
          <ac:spMkLst>
            <pc:docMk/>
            <pc:sldMk cId="602568685" sldId="262"/>
            <ac:spMk id="13" creationId="{6BDCFAED-42D7-5711-5DA6-243A76878B3D}"/>
          </ac:spMkLst>
        </pc:spChg>
        <pc:spChg chg="mod">
          <ac:chgData name="Macioszczyk, Eric (Cognizant)" userId="a55378e3-86af-43da-a239-4686c1f988a0" providerId="ADAL" clId="{7CDA4340-C2B7-48C6-944C-1DE84FD8DDB6}" dt="2026-08-07T14:36:53.546" v="1415" actId="1038"/>
          <ac:spMkLst>
            <pc:docMk/>
            <pc:sldMk cId="602568685" sldId="262"/>
            <ac:spMk id="15" creationId="{E5B8654D-510A-DF25-B0B9-DF365E3D8109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18" creationId="{C7759C7A-2FAA-2DAF-3CD9-52348915CF8B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29" creationId="{51473605-BFD7-AB43-6594-C2907CAA18F4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52" creationId="{19B54267-1D17-6D0C-80F3-68E7C08FAF62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54" creationId="{A407C8D1-195D-25D9-5E1D-E1BB474FA13F}"/>
          </ac:spMkLst>
        </pc:spChg>
        <pc:spChg chg="mod">
          <ac:chgData name="Macioszczyk, Eric (Cognizant)" userId="a55378e3-86af-43da-a239-4686c1f988a0" providerId="ADAL" clId="{7CDA4340-C2B7-48C6-944C-1DE84FD8DDB6}" dt="2026-08-07T15:15:54.950" v="1585" actId="207"/>
          <ac:spMkLst>
            <pc:docMk/>
            <pc:sldMk cId="602568685" sldId="262"/>
            <ac:spMk id="70" creationId="{E7CAA4BE-7088-D201-C6AF-9DAAD684ABBA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78" creationId="{14A50231-89EE-0A2A-2B19-8A78C4D71883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81" creationId="{EDA72B9F-75A8-482A-E8D4-DA3BD73339BB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85" creationId="{FF7D9428-43BD-38E7-B843-247658097C35}"/>
          </ac:spMkLst>
        </pc:spChg>
        <pc:spChg chg="mod">
          <ac:chgData name="Macioszczyk, Eric (Cognizant)" userId="a55378e3-86af-43da-a239-4686c1f988a0" providerId="ADAL" clId="{7CDA4340-C2B7-48C6-944C-1DE84FD8DDB6}" dt="2026-08-07T15:15:17.030" v="1584" actId="1076"/>
          <ac:spMkLst>
            <pc:docMk/>
            <pc:sldMk cId="602568685" sldId="262"/>
            <ac:spMk id="87" creationId="{251FEB6B-35C2-6785-07EE-5347751CD636}"/>
          </ac:spMkLst>
        </pc:spChg>
        <pc:cxnChg chg="mod">
          <ac:chgData name="Macioszczyk, Eric (Cognizant)" userId="a55378e3-86af-43da-a239-4686c1f988a0" providerId="ADAL" clId="{7CDA4340-C2B7-48C6-944C-1DE84FD8DDB6}" dt="2026-08-07T14:36:53.546" v="1415" actId="1038"/>
          <ac:cxnSpMkLst>
            <pc:docMk/>
            <pc:sldMk cId="602568685" sldId="262"/>
            <ac:cxnSpMk id="22" creationId="{4BBE3EC9-61A8-8165-9700-8E7F2CCCFAD8}"/>
          </ac:cxnSpMkLst>
        </pc:cxnChg>
        <pc:cxnChg chg="mod">
          <ac:chgData name="Macioszczyk, Eric (Cognizant)" userId="a55378e3-86af-43da-a239-4686c1f988a0" providerId="ADAL" clId="{7CDA4340-C2B7-48C6-944C-1DE84FD8DDB6}" dt="2026-08-07T14:39:19.489" v="1484" actId="1036"/>
          <ac:cxnSpMkLst>
            <pc:docMk/>
            <pc:sldMk cId="602568685" sldId="262"/>
            <ac:cxnSpMk id="27" creationId="{F5F0A09F-E050-8483-DFB8-CEE922178523}"/>
          </ac:cxnSpMkLst>
        </pc:cxnChg>
        <pc:cxnChg chg="mod">
          <ac:chgData name="Macioszczyk, Eric (Cognizant)" userId="a55378e3-86af-43da-a239-4686c1f988a0" providerId="ADAL" clId="{7CDA4340-C2B7-48C6-944C-1DE84FD8DDB6}" dt="2026-08-07T14:39:19.489" v="1484" actId="1036"/>
          <ac:cxnSpMkLst>
            <pc:docMk/>
            <pc:sldMk cId="602568685" sldId="262"/>
            <ac:cxnSpMk id="30" creationId="{65B60FEA-4EF4-D2EF-49C6-BE75B6567872}"/>
          </ac:cxnSpMkLst>
        </pc:cxnChg>
      </pc:sldChg>
      <pc:sldChg chg="modSp add mod ord">
        <pc:chgData name="Macioszczyk, Eric (Cognizant)" userId="a55378e3-86af-43da-a239-4686c1f988a0" providerId="ADAL" clId="{7CDA4340-C2B7-48C6-944C-1DE84FD8DDB6}" dt="2026-08-07T15:46:38.929" v="1907" actId="14100"/>
        <pc:sldMkLst>
          <pc:docMk/>
          <pc:sldMk cId="2468421545" sldId="263"/>
        </pc:sldMkLst>
        <pc:spChg chg="mod">
          <ac:chgData name="Macioszczyk, Eric (Cognizant)" userId="a55378e3-86af-43da-a239-4686c1f988a0" providerId="ADAL" clId="{7CDA4340-C2B7-48C6-944C-1DE84FD8DDB6}" dt="2026-08-07T15:38:04.407" v="1754" actId="2085"/>
          <ac:spMkLst>
            <pc:docMk/>
            <pc:sldMk cId="2468421545" sldId="263"/>
            <ac:spMk id="5" creationId="{97E9D6D1-D879-20AD-E8A5-B40EE61FBA8E}"/>
          </ac:spMkLst>
        </pc:spChg>
        <pc:spChg chg="mod">
          <ac:chgData name="Macioszczyk, Eric (Cognizant)" userId="a55378e3-86af-43da-a239-4686c1f988a0" providerId="ADAL" clId="{7CDA4340-C2B7-48C6-944C-1DE84FD8DDB6}" dt="2026-08-07T15:35:14.547" v="1716" actId="1076"/>
          <ac:spMkLst>
            <pc:docMk/>
            <pc:sldMk cId="2468421545" sldId="263"/>
            <ac:spMk id="6" creationId="{342CF584-795C-C33E-A0CD-8650F48E3132}"/>
          </ac:spMkLst>
        </pc:spChg>
        <pc:spChg chg="mod">
          <ac:chgData name="Macioszczyk, Eric (Cognizant)" userId="a55378e3-86af-43da-a239-4686c1f988a0" providerId="ADAL" clId="{7CDA4340-C2B7-48C6-944C-1DE84FD8DDB6}" dt="2026-08-07T15:38:13.548" v="1755" actId="2085"/>
          <ac:spMkLst>
            <pc:docMk/>
            <pc:sldMk cId="2468421545" sldId="263"/>
            <ac:spMk id="8" creationId="{FFDAC20D-1BDC-EA18-2D18-7C50CD042D18}"/>
          </ac:spMkLst>
        </pc:spChg>
        <pc:spChg chg="mod">
          <ac:chgData name="Macioszczyk, Eric (Cognizant)" userId="a55378e3-86af-43da-a239-4686c1f988a0" providerId="ADAL" clId="{7CDA4340-C2B7-48C6-944C-1DE84FD8DDB6}" dt="2026-08-07T15:42:48.930" v="1852" actId="1076"/>
          <ac:spMkLst>
            <pc:docMk/>
            <pc:sldMk cId="2468421545" sldId="263"/>
            <ac:spMk id="9" creationId="{75380376-FBCE-9526-FA13-98165B80C1DA}"/>
          </ac:spMkLst>
        </pc:spChg>
        <pc:spChg chg="mod">
          <ac:chgData name="Macioszczyk, Eric (Cognizant)" userId="a55378e3-86af-43da-a239-4686c1f988a0" providerId="ADAL" clId="{7CDA4340-C2B7-48C6-944C-1DE84FD8DDB6}" dt="2026-08-07T15:38:04.407" v="1754" actId="2085"/>
          <ac:spMkLst>
            <pc:docMk/>
            <pc:sldMk cId="2468421545" sldId="263"/>
            <ac:spMk id="10" creationId="{666B3F34-90C5-E89F-B1BA-6CEABA0319D2}"/>
          </ac:spMkLst>
        </pc:spChg>
        <pc:spChg chg="mod">
          <ac:chgData name="Macioszczyk, Eric (Cognizant)" userId="a55378e3-86af-43da-a239-4686c1f988a0" providerId="ADAL" clId="{7CDA4340-C2B7-48C6-944C-1DE84FD8DDB6}" dt="2026-08-07T15:38:04.407" v="1754" actId="2085"/>
          <ac:spMkLst>
            <pc:docMk/>
            <pc:sldMk cId="2468421545" sldId="263"/>
            <ac:spMk id="11" creationId="{80670A7A-8529-24B7-0A04-64CFD5CAEE7B}"/>
          </ac:spMkLst>
        </pc:spChg>
        <pc:spChg chg="mod">
          <ac:chgData name="Macioszczyk, Eric (Cognizant)" userId="a55378e3-86af-43da-a239-4686c1f988a0" providerId="ADAL" clId="{7CDA4340-C2B7-48C6-944C-1DE84FD8DDB6}" dt="2026-08-07T15:42:15.361" v="1833" actId="1076"/>
          <ac:spMkLst>
            <pc:docMk/>
            <pc:sldMk cId="2468421545" sldId="263"/>
            <ac:spMk id="13" creationId="{DCEAC539-B567-8210-9662-82C46FDEAA16}"/>
          </ac:spMkLst>
        </pc:spChg>
        <pc:spChg chg="mod">
          <ac:chgData name="Macioszczyk, Eric (Cognizant)" userId="a55378e3-86af-43da-a239-4686c1f988a0" providerId="ADAL" clId="{7CDA4340-C2B7-48C6-944C-1DE84FD8DDB6}" dt="2026-08-07T15:31:29.525" v="1680" actId="14100"/>
          <ac:spMkLst>
            <pc:docMk/>
            <pc:sldMk cId="2468421545" sldId="263"/>
            <ac:spMk id="15" creationId="{3C13BEBC-F2D4-A203-ECB8-A1673AB5D0DD}"/>
          </ac:spMkLst>
        </pc:spChg>
        <pc:spChg chg="mod">
          <ac:chgData name="Macioszczyk, Eric (Cognizant)" userId="a55378e3-86af-43da-a239-4686c1f988a0" providerId="ADAL" clId="{7CDA4340-C2B7-48C6-944C-1DE84FD8DDB6}" dt="2026-08-07T15:30:28.243" v="1645" actId="1076"/>
          <ac:spMkLst>
            <pc:docMk/>
            <pc:sldMk cId="2468421545" sldId="263"/>
            <ac:spMk id="18" creationId="{B6981DDA-E621-4E4D-4495-13D4C95F085B}"/>
          </ac:spMkLst>
        </pc:spChg>
        <pc:spChg chg="mod">
          <ac:chgData name="Macioszczyk, Eric (Cognizant)" userId="a55378e3-86af-43da-a239-4686c1f988a0" providerId="ADAL" clId="{7CDA4340-C2B7-48C6-944C-1DE84FD8DDB6}" dt="2026-08-07T15:45:27.209" v="1890" actId="1076"/>
          <ac:spMkLst>
            <pc:docMk/>
            <pc:sldMk cId="2468421545" sldId="263"/>
            <ac:spMk id="29" creationId="{4D7CA329-5970-CBFE-4917-85F38C09D33C}"/>
          </ac:spMkLst>
        </pc:spChg>
        <pc:spChg chg="mod">
          <ac:chgData name="Macioszczyk, Eric (Cognizant)" userId="a55378e3-86af-43da-a239-4686c1f988a0" providerId="ADAL" clId="{7CDA4340-C2B7-48C6-944C-1DE84FD8DDB6}" dt="2026-08-07T15:43:19.829" v="1871" actId="14100"/>
          <ac:spMkLst>
            <pc:docMk/>
            <pc:sldMk cId="2468421545" sldId="263"/>
            <ac:spMk id="36" creationId="{FF54E4C0-912B-72B6-8FD6-D594DA8D664A}"/>
          </ac:spMkLst>
        </pc:spChg>
        <pc:spChg chg="mod">
          <ac:chgData name="Macioszczyk, Eric (Cognizant)" userId="a55378e3-86af-43da-a239-4686c1f988a0" providerId="ADAL" clId="{7CDA4340-C2B7-48C6-944C-1DE84FD8DDB6}" dt="2026-08-07T15:37:34.855" v="1750" actId="2085"/>
          <ac:spMkLst>
            <pc:docMk/>
            <pc:sldMk cId="2468421545" sldId="263"/>
            <ac:spMk id="51" creationId="{E9531C5E-0D36-17BA-F352-0FFE5AD97129}"/>
          </ac:spMkLst>
        </pc:spChg>
        <pc:spChg chg="mod">
          <ac:chgData name="Macioszczyk, Eric (Cognizant)" userId="a55378e3-86af-43da-a239-4686c1f988a0" providerId="ADAL" clId="{7CDA4340-C2B7-48C6-944C-1DE84FD8DDB6}" dt="2026-08-07T15:40:55.343" v="1801" actId="1076"/>
          <ac:spMkLst>
            <pc:docMk/>
            <pc:sldMk cId="2468421545" sldId="263"/>
            <ac:spMk id="52" creationId="{51E559AF-4B1B-A486-AF72-EF8BF0FEF22E}"/>
          </ac:spMkLst>
        </pc:spChg>
        <pc:spChg chg="mod">
          <ac:chgData name="Macioszczyk, Eric (Cognizant)" userId="a55378e3-86af-43da-a239-4686c1f988a0" providerId="ADAL" clId="{7CDA4340-C2B7-48C6-944C-1DE84FD8DDB6}" dt="2026-08-07T15:41:19.681" v="1814" actId="14100"/>
          <ac:spMkLst>
            <pc:docMk/>
            <pc:sldMk cId="2468421545" sldId="263"/>
            <ac:spMk id="54" creationId="{1B5B6AE5-23FD-5A64-01D2-C8CB94A28EBC}"/>
          </ac:spMkLst>
        </pc:spChg>
        <pc:spChg chg="mod">
          <ac:chgData name="Macioszczyk, Eric (Cognizant)" userId="a55378e3-86af-43da-a239-4686c1f988a0" providerId="ADAL" clId="{7CDA4340-C2B7-48C6-944C-1DE84FD8DDB6}" dt="2026-08-07T15:32:09.108" v="1693" actId="14100"/>
          <ac:spMkLst>
            <pc:docMk/>
            <pc:sldMk cId="2468421545" sldId="263"/>
            <ac:spMk id="56" creationId="{7427E536-88E9-881D-D335-59028C37C284}"/>
          </ac:spMkLst>
        </pc:spChg>
        <pc:spChg chg="mod">
          <ac:chgData name="Macioszczyk, Eric (Cognizant)" userId="a55378e3-86af-43da-a239-4686c1f988a0" providerId="ADAL" clId="{7CDA4340-C2B7-48C6-944C-1DE84FD8DDB6}" dt="2026-08-07T15:46:05.345" v="1904" actId="1076"/>
          <ac:spMkLst>
            <pc:docMk/>
            <pc:sldMk cId="2468421545" sldId="263"/>
            <ac:spMk id="70" creationId="{A6711CCF-B019-59C9-2B1E-A3E5DFDD05FD}"/>
          </ac:spMkLst>
        </pc:spChg>
        <pc:cxnChg chg="mod">
          <ac:chgData name="Macioszczyk, Eric (Cognizant)" userId="a55378e3-86af-43da-a239-4686c1f988a0" providerId="ADAL" clId="{7CDA4340-C2B7-48C6-944C-1DE84FD8DDB6}" dt="2026-08-07T15:36:37.103" v="1742" actId="1036"/>
          <ac:cxnSpMkLst>
            <pc:docMk/>
            <pc:sldMk cId="2468421545" sldId="263"/>
            <ac:cxnSpMk id="22" creationId="{0B723834-19A5-A58E-8508-EDA9E62D108D}"/>
          </ac:cxnSpMkLst>
        </pc:cxnChg>
        <pc:cxnChg chg="mod">
          <ac:chgData name="Macioszczyk, Eric (Cognizant)" userId="a55378e3-86af-43da-a239-4686c1f988a0" providerId="ADAL" clId="{7CDA4340-C2B7-48C6-944C-1DE84FD8DDB6}" dt="2026-08-07T15:46:38.929" v="1907" actId="14100"/>
          <ac:cxnSpMkLst>
            <pc:docMk/>
            <pc:sldMk cId="2468421545" sldId="263"/>
            <ac:cxnSpMk id="27" creationId="{9912A1BE-460D-E0B6-718F-6D67A66DA639}"/>
          </ac:cxnSpMkLst>
        </pc:cxnChg>
        <pc:cxnChg chg="mod">
          <ac:chgData name="Macioszczyk, Eric (Cognizant)" userId="a55378e3-86af-43da-a239-4686c1f988a0" providerId="ADAL" clId="{7CDA4340-C2B7-48C6-944C-1DE84FD8DDB6}" dt="2026-08-07T15:42:48.930" v="1852" actId="1076"/>
          <ac:cxnSpMkLst>
            <pc:docMk/>
            <pc:sldMk cId="2468421545" sldId="263"/>
            <ac:cxnSpMk id="30" creationId="{A39F65D1-D953-33B8-683C-A950BD5AB445}"/>
          </ac:cxnSpMkLst>
        </pc:cxnChg>
        <pc:cxnChg chg="mod">
          <ac:chgData name="Macioszczyk, Eric (Cognizant)" userId="a55378e3-86af-43da-a239-4686c1f988a0" providerId="ADAL" clId="{7CDA4340-C2B7-48C6-944C-1DE84FD8DDB6}" dt="2026-08-07T15:43:19.829" v="1871" actId="14100"/>
          <ac:cxnSpMkLst>
            <pc:docMk/>
            <pc:sldMk cId="2468421545" sldId="263"/>
            <ac:cxnSpMk id="41" creationId="{0D4CEC35-90A5-6E13-6440-0516AA5591EF}"/>
          </ac:cxnSpMkLst>
        </pc:cxnChg>
        <pc:cxnChg chg="mod">
          <ac:chgData name="Macioszczyk, Eric (Cognizant)" userId="a55378e3-86af-43da-a239-4686c1f988a0" providerId="ADAL" clId="{7CDA4340-C2B7-48C6-944C-1DE84FD8DDB6}" dt="2026-08-07T15:43:19.829" v="1871" actId="14100"/>
          <ac:cxnSpMkLst>
            <pc:docMk/>
            <pc:sldMk cId="2468421545" sldId="263"/>
            <ac:cxnSpMk id="74" creationId="{10108665-B973-AAE8-40EC-3CD6B18DE368}"/>
          </ac:cxnSpMkLst>
        </pc:cxnChg>
      </pc:sldChg>
      <pc:sldChg chg="addSp modSp add mod">
        <pc:chgData name="Macioszczyk, Eric (Cognizant)" userId="a55378e3-86af-43da-a239-4686c1f988a0" providerId="ADAL" clId="{7CDA4340-C2B7-48C6-944C-1DE84FD8DDB6}" dt="2026-08-09T12:28:38.792" v="2168" actId="20577"/>
        <pc:sldMkLst>
          <pc:docMk/>
          <pc:sldMk cId="3746232090" sldId="264"/>
        </pc:sldMkLst>
        <pc:spChg chg="mod">
          <ac:chgData name="Macioszczyk, Eric (Cognizant)" userId="a55378e3-86af-43da-a239-4686c1f988a0" providerId="ADAL" clId="{7CDA4340-C2B7-48C6-944C-1DE84FD8DDB6}" dt="2026-08-09T12:04:37.935" v="1975" actId="20577"/>
          <ac:spMkLst>
            <pc:docMk/>
            <pc:sldMk cId="3746232090" sldId="264"/>
            <ac:spMk id="6" creationId="{D1EFD1BE-4415-75F6-6AC5-06850561014B}"/>
          </ac:spMkLst>
        </pc:spChg>
        <pc:spChg chg="mod">
          <ac:chgData name="Macioszczyk, Eric (Cognizant)" userId="a55378e3-86af-43da-a239-4686c1f988a0" providerId="ADAL" clId="{7CDA4340-C2B7-48C6-944C-1DE84FD8DDB6}" dt="2026-08-09T12:17:25.816" v="2055" actId="14100"/>
          <ac:spMkLst>
            <pc:docMk/>
            <pc:sldMk cId="3746232090" sldId="264"/>
            <ac:spMk id="10" creationId="{4DEAA9CA-4EA8-6EF9-5F12-0DFE6223782D}"/>
          </ac:spMkLst>
        </pc:spChg>
        <pc:spChg chg="mod">
          <ac:chgData name="Macioszczyk, Eric (Cognizant)" userId="a55378e3-86af-43da-a239-4686c1f988a0" providerId="ADAL" clId="{7CDA4340-C2B7-48C6-944C-1DE84FD8DDB6}" dt="2026-08-09T12:23:14.793" v="2137" actId="1037"/>
          <ac:spMkLst>
            <pc:docMk/>
            <pc:sldMk cId="3746232090" sldId="264"/>
            <ac:spMk id="15" creationId="{C454AC1E-7A77-8FCC-1156-183E4714FB00}"/>
          </ac:spMkLst>
        </pc:spChg>
        <pc:spChg chg="mod">
          <ac:chgData name="Macioszczyk, Eric (Cognizant)" userId="a55378e3-86af-43da-a239-4686c1f988a0" providerId="ADAL" clId="{7CDA4340-C2B7-48C6-944C-1DE84FD8DDB6}" dt="2026-08-09T12:08:05.161" v="2034" actId="14100"/>
          <ac:spMkLst>
            <pc:docMk/>
            <pc:sldMk cId="3746232090" sldId="264"/>
            <ac:spMk id="18" creationId="{157D129E-DD1E-A1E6-4F8E-CA2632866F6D}"/>
          </ac:spMkLst>
        </pc:spChg>
        <pc:spChg chg="add mod">
          <ac:chgData name="Macioszczyk, Eric (Cognizant)" userId="a55378e3-86af-43da-a239-4686c1f988a0" providerId="ADAL" clId="{7CDA4340-C2B7-48C6-944C-1DE84FD8DDB6}" dt="2026-08-09T12:22:47.469" v="2134" actId="14100"/>
          <ac:spMkLst>
            <pc:docMk/>
            <pc:sldMk cId="3746232090" sldId="264"/>
            <ac:spMk id="23" creationId="{9F4824A2-F162-DAF9-56CE-3E36B75391C0}"/>
          </ac:spMkLst>
        </pc:spChg>
        <pc:spChg chg="mod">
          <ac:chgData name="Macioszczyk, Eric (Cognizant)" userId="a55378e3-86af-43da-a239-4686c1f988a0" providerId="ADAL" clId="{7CDA4340-C2B7-48C6-944C-1DE84FD8DDB6}" dt="2026-08-09T12:28:38.792" v="2168" actId="20577"/>
          <ac:spMkLst>
            <pc:docMk/>
            <pc:sldMk cId="3746232090" sldId="264"/>
            <ac:spMk id="29" creationId="{6576BB05-5744-9B1F-7204-0002CC105767}"/>
          </ac:spMkLst>
        </pc:spChg>
        <pc:spChg chg="mod">
          <ac:chgData name="Macioszczyk, Eric (Cognizant)" userId="a55378e3-86af-43da-a239-4686c1f988a0" providerId="ADAL" clId="{7CDA4340-C2B7-48C6-944C-1DE84FD8DDB6}" dt="2026-08-09T12:19:04.686" v="2123" actId="14100"/>
          <ac:spMkLst>
            <pc:docMk/>
            <pc:sldMk cId="3746232090" sldId="264"/>
            <ac:spMk id="52" creationId="{D54882D2-6512-3E9B-32FF-0E65C1125367}"/>
          </ac:spMkLst>
        </pc:spChg>
        <pc:spChg chg="mod">
          <ac:chgData name="Macioszczyk, Eric (Cognizant)" userId="a55378e3-86af-43da-a239-4686c1f988a0" providerId="ADAL" clId="{7CDA4340-C2B7-48C6-944C-1DE84FD8DDB6}" dt="2026-08-09T12:19:22.180" v="2125" actId="6549"/>
          <ac:spMkLst>
            <pc:docMk/>
            <pc:sldMk cId="3746232090" sldId="264"/>
            <ac:spMk id="54" creationId="{68D2A742-0AB8-8B9A-E147-A032E423B590}"/>
          </ac:spMkLst>
        </pc:spChg>
        <pc:spChg chg="mod">
          <ac:chgData name="Macioszczyk, Eric (Cognizant)" userId="a55378e3-86af-43da-a239-4686c1f988a0" providerId="ADAL" clId="{7CDA4340-C2B7-48C6-944C-1DE84FD8DDB6}" dt="2026-08-09T12:18:39.319" v="2102" actId="14100"/>
          <ac:spMkLst>
            <pc:docMk/>
            <pc:sldMk cId="3746232090" sldId="264"/>
            <ac:spMk id="56" creationId="{BF679EFB-507E-577E-527F-602F94546F88}"/>
          </ac:spMkLst>
        </pc:spChg>
        <pc:cxnChg chg="mod">
          <ac:chgData name="Macioszczyk, Eric (Cognizant)" userId="a55378e3-86af-43da-a239-4686c1f988a0" providerId="ADAL" clId="{7CDA4340-C2B7-48C6-944C-1DE84FD8DDB6}" dt="2026-08-09T12:23:14.793" v="2137" actId="1037"/>
          <ac:cxnSpMkLst>
            <pc:docMk/>
            <pc:sldMk cId="3746232090" sldId="264"/>
            <ac:cxnSpMk id="22" creationId="{DA0B7873-F351-EFC8-A9DA-B9DEE33A7656}"/>
          </ac:cxnSpMkLst>
        </pc:cxnChg>
        <pc:cxnChg chg="mod">
          <ac:chgData name="Macioszczyk, Eric (Cognizant)" userId="a55378e3-86af-43da-a239-4686c1f988a0" providerId="ADAL" clId="{7CDA4340-C2B7-48C6-944C-1DE84FD8DDB6}" dt="2026-08-09T12:17:25.816" v="2055" actId="14100"/>
          <ac:cxnSpMkLst>
            <pc:docMk/>
            <pc:sldMk cId="3746232090" sldId="264"/>
            <ac:cxnSpMk id="27" creationId="{799FD6E0-49BD-5F50-0527-6C2E9F1B6FAF}"/>
          </ac:cxnSpMkLst>
        </pc:cxnChg>
      </pc:sldChg>
      <pc:sldChg chg="addSp delSp modSp add mod">
        <pc:chgData name="Macioszczyk, Eric (Cognizant)" userId="a55378e3-86af-43da-a239-4686c1f988a0" providerId="ADAL" clId="{7CDA4340-C2B7-48C6-944C-1DE84FD8DDB6}" dt="2026-08-10T05:54:32.331" v="2739" actId="14100"/>
        <pc:sldMkLst>
          <pc:docMk/>
          <pc:sldMk cId="2555917105" sldId="265"/>
        </pc:sldMkLst>
        <pc:spChg chg="mod">
          <ac:chgData name="Macioszczyk, Eric (Cognizant)" userId="a55378e3-86af-43da-a239-4686c1f988a0" providerId="ADAL" clId="{7CDA4340-C2B7-48C6-944C-1DE84FD8DDB6}" dt="2026-08-09T12:52:17.011" v="2180" actId="20577"/>
          <ac:spMkLst>
            <pc:docMk/>
            <pc:sldMk cId="2555917105" sldId="265"/>
            <ac:spMk id="6" creationId="{2C389CFC-E43E-D3AA-9511-C7A55BBDEDF6}"/>
          </ac:spMkLst>
        </pc:spChg>
        <pc:spChg chg="mod">
          <ac:chgData name="Macioszczyk, Eric (Cognizant)" userId="a55378e3-86af-43da-a239-4686c1f988a0" providerId="ADAL" clId="{7CDA4340-C2B7-48C6-944C-1DE84FD8DDB6}" dt="2026-08-09T12:55:18.813" v="2288" actId="20577"/>
          <ac:spMkLst>
            <pc:docMk/>
            <pc:sldMk cId="2555917105" sldId="265"/>
            <ac:spMk id="10" creationId="{C7E5B1B3-F1A2-7601-F918-4F218D54C30D}"/>
          </ac:spMkLst>
        </pc:spChg>
        <pc:spChg chg="add mod">
          <ac:chgData name="Macioszczyk, Eric (Cognizant)" userId="a55378e3-86af-43da-a239-4686c1f988a0" providerId="ADAL" clId="{7CDA4340-C2B7-48C6-944C-1DE84FD8DDB6}" dt="2026-08-10T05:50:29.848" v="2672" actId="688"/>
          <ac:spMkLst>
            <pc:docMk/>
            <pc:sldMk cId="2555917105" sldId="265"/>
            <ac:spMk id="12" creationId="{616D2BF8-EFFB-A8EA-C1AA-E17F314812D0}"/>
          </ac:spMkLst>
        </pc:spChg>
        <pc:spChg chg="mod">
          <ac:chgData name="Macioszczyk, Eric (Cognizant)" userId="a55378e3-86af-43da-a239-4686c1f988a0" providerId="ADAL" clId="{7CDA4340-C2B7-48C6-944C-1DE84FD8DDB6}" dt="2026-08-09T12:55:09.859" v="2277" actId="20577"/>
          <ac:spMkLst>
            <pc:docMk/>
            <pc:sldMk cId="2555917105" sldId="265"/>
            <ac:spMk id="15" creationId="{E3155581-4F70-28DC-FD4C-B3E36E54C3DF}"/>
          </ac:spMkLst>
        </pc:spChg>
        <pc:spChg chg="add mod">
          <ac:chgData name="Macioszczyk, Eric (Cognizant)" userId="a55378e3-86af-43da-a239-4686c1f988a0" providerId="ADAL" clId="{7CDA4340-C2B7-48C6-944C-1DE84FD8DDB6}" dt="2026-08-10T05:50:42.178" v="2673" actId="688"/>
          <ac:spMkLst>
            <pc:docMk/>
            <pc:sldMk cId="2555917105" sldId="265"/>
            <ac:spMk id="17" creationId="{025E34C5-11E5-6ED2-4592-DFE123C56A5E}"/>
          </ac:spMkLst>
        </pc:spChg>
        <pc:spChg chg="mod">
          <ac:chgData name="Macioszczyk, Eric (Cognizant)" userId="a55378e3-86af-43da-a239-4686c1f988a0" providerId="ADAL" clId="{7CDA4340-C2B7-48C6-944C-1DE84FD8DDB6}" dt="2026-08-09T12:52:59.549" v="2206" actId="20577"/>
          <ac:spMkLst>
            <pc:docMk/>
            <pc:sldMk cId="2555917105" sldId="265"/>
            <ac:spMk id="18" creationId="{686C6A28-7E66-648F-6D57-A40B54AB57A8}"/>
          </ac:spMkLst>
        </pc:spChg>
        <pc:spChg chg="add mod">
          <ac:chgData name="Macioszczyk, Eric (Cognizant)" userId="a55378e3-86af-43da-a239-4686c1f988a0" providerId="ADAL" clId="{7CDA4340-C2B7-48C6-944C-1DE84FD8DDB6}" dt="2026-08-10T05:49:56.457" v="2663" actId="1037"/>
          <ac:spMkLst>
            <pc:docMk/>
            <pc:sldMk cId="2555917105" sldId="265"/>
            <ac:spMk id="20" creationId="{FB6C0D7D-D487-7514-8680-19A0A709F187}"/>
          </ac:spMkLst>
        </pc:spChg>
        <pc:spChg chg="del mod">
          <ac:chgData name="Macioszczyk, Eric (Cognizant)" userId="a55378e3-86af-43da-a239-4686c1f988a0" providerId="ADAL" clId="{7CDA4340-C2B7-48C6-944C-1DE84FD8DDB6}" dt="2026-08-10T05:50:52.687" v="2674" actId="478"/>
          <ac:spMkLst>
            <pc:docMk/>
            <pc:sldMk cId="2555917105" sldId="265"/>
            <ac:spMk id="23" creationId="{7B7CA6E7-5520-3249-2278-BCE5009792B9}"/>
          </ac:spMkLst>
        </pc:spChg>
        <pc:spChg chg="mod ord">
          <ac:chgData name="Macioszczyk, Eric (Cognizant)" userId="a55378e3-86af-43da-a239-4686c1f988a0" providerId="ADAL" clId="{7CDA4340-C2B7-48C6-944C-1DE84FD8DDB6}" dt="2026-08-09T13:23:20.679" v="2448" actId="20577"/>
          <ac:spMkLst>
            <pc:docMk/>
            <pc:sldMk cId="2555917105" sldId="265"/>
            <ac:spMk id="29" creationId="{7FC11E81-831B-7516-DAD7-73B35FA52A27}"/>
          </ac:spMkLst>
        </pc:spChg>
        <pc:spChg chg="add mod">
          <ac:chgData name="Macioszczyk, Eric (Cognizant)" userId="a55378e3-86af-43da-a239-4686c1f988a0" providerId="ADAL" clId="{7CDA4340-C2B7-48C6-944C-1DE84FD8DDB6}" dt="2026-08-10T05:49:45.044" v="2654" actId="1038"/>
          <ac:spMkLst>
            <pc:docMk/>
            <pc:sldMk cId="2555917105" sldId="265"/>
            <ac:spMk id="43" creationId="{DCA246F9-102E-32C4-D733-1798F7B92699}"/>
          </ac:spMkLst>
        </pc:spChg>
        <pc:spChg chg="mod">
          <ac:chgData name="Macioszczyk, Eric (Cognizant)" userId="a55378e3-86af-43da-a239-4686c1f988a0" providerId="ADAL" clId="{7CDA4340-C2B7-48C6-944C-1DE84FD8DDB6}" dt="2026-08-09T12:53:22.008" v="2228" actId="20577"/>
          <ac:spMkLst>
            <pc:docMk/>
            <pc:sldMk cId="2555917105" sldId="265"/>
            <ac:spMk id="52" creationId="{4AE1684A-B535-7F5E-8CCF-26FB3380C985}"/>
          </ac:spMkLst>
        </pc:spChg>
        <pc:spChg chg="mod">
          <ac:chgData name="Macioszczyk, Eric (Cognizant)" userId="a55378e3-86af-43da-a239-4686c1f988a0" providerId="ADAL" clId="{7CDA4340-C2B7-48C6-944C-1DE84FD8DDB6}" dt="2026-08-09T12:54:37.143" v="2266" actId="14100"/>
          <ac:spMkLst>
            <pc:docMk/>
            <pc:sldMk cId="2555917105" sldId="265"/>
            <ac:spMk id="54" creationId="{1372408F-D69A-F3C2-CE39-130531AEC047}"/>
          </ac:spMkLst>
        </pc:spChg>
        <pc:spChg chg="mod">
          <ac:chgData name="Macioszczyk, Eric (Cognizant)" userId="a55378e3-86af-43da-a239-4686c1f988a0" providerId="ADAL" clId="{7CDA4340-C2B7-48C6-944C-1DE84FD8DDB6}" dt="2026-08-09T12:53:49.621" v="2239" actId="20577"/>
          <ac:spMkLst>
            <pc:docMk/>
            <pc:sldMk cId="2555917105" sldId="265"/>
            <ac:spMk id="56" creationId="{ECDDE6B9-A2DD-367D-FEDE-45B934D3DD72}"/>
          </ac:spMkLst>
        </pc:spChg>
        <pc:spChg chg="mod">
          <ac:chgData name="Macioszczyk, Eric (Cognizant)" userId="a55378e3-86af-43da-a239-4686c1f988a0" providerId="ADAL" clId="{7CDA4340-C2B7-48C6-944C-1DE84FD8DDB6}" dt="2026-08-09T13:03:38.339" v="2403" actId="1076"/>
          <ac:spMkLst>
            <pc:docMk/>
            <pc:sldMk cId="2555917105" sldId="265"/>
            <ac:spMk id="64" creationId="{CAB937FD-C3D1-54F4-B714-80E786B7C40C}"/>
          </ac:spMkLst>
        </pc:spChg>
        <pc:spChg chg="add mod">
          <ac:chgData name="Macioszczyk, Eric (Cognizant)" userId="a55378e3-86af-43da-a239-4686c1f988a0" providerId="ADAL" clId="{7CDA4340-C2B7-48C6-944C-1DE84FD8DDB6}" dt="2026-08-10T05:47:24.456" v="2604" actId="20577"/>
          <ac:spMkLst>
            <pc:docMk/>
            <pc:sldMk cId="2555917105" sldId="265"/>
            <ac:spMk id="65" creationId="{0702855D-31AE-04E0-D363-B0E9E8734C61}"/>
          </ac:spMkLst>
        </pc:spChg>
        <pc:spChg chg="mod">
          <ac:chgData name="Macioszczyk, Eric (Cognizant)" userId="a55378e3-86af-43da-a239-4686c1f988a0" providerId="ADAL" clId="{7CDA4340-C2B7-48C6-944C-1DE84FD8DDB6}" dt="2026-08-10T05:53:56.983" v="2733" actId="1076"/>
          <ac:spMkLst>
            <pc:docMk/>
            <pc:sldMk cId="2555917105" sldId="265"/>
            <ac:spMk id="71" creationId="{3D86168C-F165-C864-0D62-A7DBDC4BD839}"/>
          </ac:spMkLst>
        </pc:spChg>
        <pc:spChg chg="mod">
          <ac:chgData name="Macioszczyk, Eric (Cognizant)" userId="a55378e3-86af-43da-a239-4686c1f988a0" providerId="ADAL" clId="{7CDA4340-C2B7-48C6-944C-1DE84FD8DDB6}" dt="2026-08-10T05:54:15.216" v="2737" actId="1076"/>
          <ac:spMkLst>
            <pc:docMk/>
            <pc:sldMk cId="2555917105" sldId="265"/>
            <ac:spMk id="81" creationId="{8FDC7C89-6781-DCAA-1967-3BFEB02B2063}"/>
          </ac:spMkLst>
        </pc:spChg>
        <pc:spChg chg="add del mod">
          <ac:chgData name="Macioszczyk, Eric (Cognizant)" userId="a55378e3-86af-43da-a239-4686c1f988a0" providerId="ADAL" clId="{7CDA4340-C2B7-48C6-944C-1DE84FD8DDB6}" dt="2026-08-10T05:52:27.885" v="2700" actId="478"/>
          <ac:spMkLst>
            <pc:docMk/>
            <pc:sldMk cId="2555917105" sldId="265"/>
            <ac:spMk id="105" creationId="{8612820C-EA9A-807F-E7BF-A6AFED1F2DFD}"/>
          </ac:spMkLst>
        </pc:spChg>
        <pc:spChg chg="add mod">
          <ac:chgData name="Macioszczyk, Eric (Cognizant)" userId="a55378e3-86af-43da-a239-4686c1f988a0" providerId="ADAL" clId="{7CDA4340-C2B7-48C6-944C-1DE84FD8DDB6}" dt="2026-08-10T05:53:18.257" v="2729" actId="1076"/>
          <ac:spMkLst>
            <pc:docMk/>
            <pc:sldMk cId="2555917105" sldId="265"/>
            <ac:spMk id="107" creationId="{2D696A70-9230-866B-AA8A-B6FF723CA555}"/>
          </ac:spMkLst>
        </pc:spChg>
        <pc:cxnChg chg="add mod">
          <ac:chgData name="Macioszczyk, Eric (Cognizant)" userId="a55378e3-86af-43da-a239-4686c1f988a0" providerId="ADAL" clId="{7CDA4340-C2B7-48C6-944C-1DE84FD8DDB6}" dt="2026-08-10T05:49:56.457" v="2663" actId="1037"/>
          <ac:cxnSpMkLst>
            <pc:docMk/>
            <pc:sldMk cId="2555917105" sldId="265"/>
            <ac:cxnSpMk id="21" creationId="{98F63F9C-804E-C4D0-2FA4-9829878A1C87}"/>
          </ac:cxnSpMkLst>
        </pc:cxnChg>
        <pc:cxnChg chg="add mod">
          <ac:chgData name="Macioszczyk, Eric (Cognizant)" userId="a55378e3-86af-43da-a239-4686c1f988a0" providerId="ADAL" clId="{7CDA4340-C2B7-48C6-944C-1DE84FD8DDB6}" dt="2026-08-10T05:50:42.178" v="2673" actId="688"/>
          <ac:cxnSpMkLst>
            <pc:docMk/>
            <pc:sldMk cId="2555917105" sldId="265"/>
            <ac:cxnSpMk id="33" creationId="{1A29ECEC-F60E-51C5-BA4D-8AE9D039AEE2}"/>
          </ac:cxnSpMkLst>
        </pc:cxnChg>
        <pc:cxnChg chg="add mod">
          <ac:chgData name="Macioszczyk, Eric (Cognizant)" userId="a55378e3-86af-43da-a239-4686c1f988a0" providerId="ADAL" clId="{7CDA4340-C2B7-48C6-944C-1DE84FD8DDB6}" dt="2026-08-10T05:50:42.178" v="2673" actId="688"/>
          <ac:cxnSpMkLst>
            <pc:docMk/>
            <pc:sldMk cId="2555917105" sldId="265"/>
            <ac:cxnSpMk id="44" creationId="{018C78C3-913A-2BDD-0435-2CD4A75FC097}"/>
          </ac:cxnSpMkLst>
        </pc:cxnChg>
        <pc:cxnChg chg="add mod">
          <ac:chgData name="Macioszczyk, Eric (Cognizant)" userId="a55378e3-86af-43da-a239-4686c1f988a0" providerId="ADAL" clId="{7CDA4340-C2B7-48C6-944C-1DE84FD8DDB6}" dt="2026-08-10T05:50:29.848" v="2672" actId="688"/>
          <ac:cxnSpMkLst>
            <pc:docMk/>
            <pc:sldMk cId="2555917105" sldId="265"/>
            <ac:cxnSpMk id="49" creationId="{00888592-34B0-DC0E-C6D3-203FB3CE4971}"/>
          </ac:cxnSpMkLst>
        </pc:cxnChg>
        <pc:cxnChg chg="add mod">
          <ac:chgData name="Macioszczyk, Eric (Cognizant)" userId="a55378e3-86af-43da-a239-4686c1f988a0" providerId="ADAL" clId="{7CDA4340-C2B7-48C6-944C-1DE84FD8DDB6}" dt="2026-08-10T05:53:53.717" v="2732" actId="14100"/>
          <ac:cxnSpMkLst>
            <pc:docMk/>
            <pc:sldMk cId="2555917105" sldId="265"/>
            <ac:cxnSpMk id="108" creationId="{9FC4B5DA-6E19-356B-7411-5FD7171E3141}"/>
          </ac:cxnSpMkLst>
        </pc:cxnChg>
        <pc:cxnChg chg="add mod">
          <ac:chgData name="Macioszczyk, Eric (Cognizant)" userId="a55378e3-86af-43da-a239-4686c1f988a0" providerId="ADAL" clId="{7CDA4340-C2B7-48C6-944C-1DE84FD8DDB6}" dt="2026-08-10T05:54:32.331" v="2739" actId="14100"/>
          <ac:cxnSpMkLst>
            <pc:docMk/>
            <pc:sldMk cId="2555917105" sldId="265"/>
            <ac:cxnSpMk id="111" creationId="{4FA2A708-DE76-364F-0FF4-8DA73E7C1312}"/>
          </ac:cxnSpMkLst>
        </pc:cxnChg>
      </pc:sldChg>
      <pc:sldChg chg="addSp delSp modSp new mod ord">
        <pc:chgData name="Macioszczyk, Eric (Cognizant)" userId="a55378e3-86af-43da-a239-4686c1f988a0" providerId="ADAL" clId="{7CDA4340-C2B7-48C6-944C-1DE84FD8DDB6}" dt="2026-08-11T07:31:58.850" v="4203"/>
        <pc:sldMkLst>
          <pc:docMk/>
          <pc:sldMk cId="60716788" sldId="266"/>
        </pc:sldMkLst>
        <pc:spChg chg="add mod">
          <ac:chgData name="Macioszczyk, Eric (Cognizant)" userId="a55378e3-86af-43da-a239-4686c1f988a0" providerId="ADAL" clId="{7CDA4340-C2B7-48C6-944C-1DE84FD8DDB6}" dt="2026-08-10T06:34:31.671" v="3255" actId="554"/>
          <ac:spMkLst>
            <pc:docMk/>
            <pc:sldMk cId="60716788" sldId="266"/>
            <ac:spMk id="3" creationId="{FCF2CEB2-FEA7-B123-6EA3-D5653EABE50E}"/>
          </ac:spMkLst>
        </pc:spChg>
        <pc:spChg chg="add del mod">
          <ac:chgData name="Macioszczyk, Eric (Cognizant)" userId="a55378e3-86af-43da-a239-4686c1f988a0" providerId="ADAL" clId="{7CDA4340-C2B7-48C6-944C-1DE84FD8DDB6}" dt="2026-08-10T06:15:30.385" v="2744" actId="478"/>
          <ac:spMkLst>
            <pc:docMk/>
            <pc:sldMk cId="60716788" sldId="266"/>
            <ac:spMk id="5" creationId="{19156149-9B31-D675-E572-A5478849EC2C}"/>
          </ac:spMkLst>
        </pc:spChg>
        <pc:spChg chg="add del mod">
          <ac:chgData name="Macioszczyk, Eric (Cognizant)" userId="a55378e3-86af-43da-a239-4686c1f988a0" providerId="ADAL" clId="{7CDA4340-C2B7-48C6-944C-1DE84FD8DDB6}" dt="2026-08-10T06:15:28.381" v="2743" actId="478"/>
          <ac:spMkLst>
            <pc:docMk/>
            <pc:sldMk cId="60716788" sldId="266"/>
            <ac:spMk id="6" creationId="{AF04B721-B9FA-D8E7-C39A-7D35AE2E2D32}"/>
          </ac:spMkLst>
        </pc:spChg>
        <pc:spChg chg="add del mod">
          <ac:chgData name="Macioszczyk, Eric (Cognizant)" userId="a55378e3-86af-43da-a239-4686c1f988a0" providerId="ADAL" clId="{7CDA4340-C2B7-48C6-944C-1DE84FD8DDB6}" dt="2026-08-10T06:15:25.752" v="2742" actId="478"/>
          <ac:spMkLst>
            <pc:docMk/>
            <pc:sldMk cId="60716788" sldId="266"/>
            <ac:spMk id="7" creationId="{1F30882E-F4C7-5798-DDD6-2B51E402197B}"/>
          </ac:spMkLst>
        </pc:spChg>
        <pc:spChg chg="add mod">
          <ac:chgData name="Macioszczyk, Eric (Cognizant)" userId="a55378e3-86af-43da-a239-4686c1f988a0" providerId="ADAL" clId="{7CDA4340-C2B7-48C6-944C-1DE84FD8DDB6}" dt="2026-08-10T06:31:31.447" v="3173" actId="1076"/>
          <ac:spMkLst>
            <pc:docMk/>
            <pc:sldMk cId="60716788" sldId="266"/>
            <ac:spMk id="8" creationId="{7BE1D240-080B-259C-01C3-9A3AC88115DA}"/>
          </ac:spMkLst>
        </pc:spChg>
        <pc:spChg chg="add mod">
          <ac:chgData name="Macioszczyk, Eric (Cognizant)" userId="a55378e3-86af-43da-a239-4686c1f988a0" providerId="ADAL" clId="{7CDA4340-C2B7-48C6-944C-1DE84FD8DDB6}" dt="2026-08-10T06:35:10.634" v="3256" actId="554"/>
          <ac:spMkLst>
            <pc:docMk/>
            <pc:sldMk cId="60716788" sldId="266"/>
            <ac:spMk id="11" creationId="{4DF3EDD0-B9B0-BEC3-69EA-EB8F0721A941}"/>
          </ac:spMkLst>
        </pc:spChg>
        <pc:spChg chg="add del mod">
          <ac:chgData name="Macioszczyk, Eric (Cognizant)" userId="a55378e3-86af-43da-a239-4686c1f988a0" providerId="ADAL" clId="{7CDA4340-C2B7-48C6-944C-1DE84FD8DDB6}" dt="2026-08-10T06:15:32.437" v="2745" actId="478"/>
          <ac:spMkLst>
            <pc:docMk/>
            <pc:sldMk cId="60716788" sldId="266"/>
            <ac:spMk id="12" creationId="{6A42CD4A-FF05-ABA0-D704-53FB6B0DB38D}"/>
          </ac:spMkLst>
        </pc:spChg>
        <pc:spChg chg="add del mod">
          <ac:chgData name="Macioszczyk, Eric (Cognizant)" userId="a55378e3-86af-43da-a239-4686c1f988a0" providerId="ADAL" clId="{7CDA4340-C2B7-48C6-944C-1DE84FD8DDB6}" dt="2026-08-10T06:15:33.969" v="2746" actId="478"/>
          <ac:spMkLst>
            <pc:docMk/>
            <pc:sldMk cId="60716788" sldId="266"/>
            <ac:spMk id="13" creationId="{B56BE551-2F4F-0D60-E391-06EC3AB243BD}"/>
          </ac:spMkLst>
        </pc:spChg>
        <pc:spChg chg="add mod">
          <ac:chgData name="Macioszczyk, Eric (Cognizant)" userId="a55378e3-86af-43da-a239-4686c1f988a0" providerId="ADAL" clId="{7CDA4340-C2B7-48C6-944C-1DE84FD8DDB6}" dt="2026-08-10T06:31:31.447" v="3173" actId="1076"/>
          <ac:spMkLst>
            <pc:docMk/>
            <pc:sldMk cId="60716788" sldId="266"/>
            <ac:spMk id="14" creationId="{7FC6CC78-BE84-19A2-52F6-077AEC5BC5C5}"/>
          </ac:spMkLst>
        </pc:spChg>
        <pc:spChg chg="add mod">
          <ac:chgData name="Macioszczyk, Eric (Cognizant)" userId="a55378e3-86af-43da-a239-4686c1f988a0" providerId="ADAL" clId="{7CDA4340-C2B7-48C6-944C-1DE84FD8DDB6}" dt="2026-08-10T06:31:31.447" v="3173" actId="1076"/>
          <ac:spMkLst>
            <pc:docMk/>
            <pc:sldMk cId="60716788" sldId="266"/>
            <ac:spMk id="19" creationId="{7DEFAE51-6D1E-BAE7-7958-57DC47002D30}"/>
          </ac:spMkLst>
        </pc:spChg>
        <pc:spChg chg="add mod">
          <ac:chgData name="Macioszczyk, Eric (Cognizant)" userId="a55378e3-86af-43da-a239-4686c1f988a0" providerId="ADAL" clId="{7CDA4340-C2B7-48C6-944C-1DE84FD8DDB6}" dt="2026-08-10T06:31:31.447" v="3173" actId="1076"/>
          <ac:spMkLst>
            <pc:docMk/>
            <pc:sldMk cId="60716788" sldId="266"/>
            <ac:spMk id="29" creationId="{0EBFCA7A-D3DA-1F59-1EFE-6B66CC56FA00}"/>
          </ac:spMkLst>
        </pc:spChg>
        <pc:spChg chg="add mod">
          <ac:chgData name="Macioszczyk, Eric (Cognizant)" userId="a55378e3-86af-43da-a239-4686c1f988a0" providerId="ADAL" clId="{7CDA4340-C2B7-48C6-944C-1DE84FD8DDB6}" dt="2026-08-10T06:31:31.447" v="3173" actId="1076"/>
          <ac:spMkLst>
            <pc:docMk/>
            <pc:sldMk cId="60716788" sldId="266"/>
            <ac:spMk id="31" creationId="{B8BC3ED1-CAC6-3A58-9957-CA3C5AB93472}"/>
          </ac:spMkLst>
        </pc:spChg>
        <pc:spChg chg="add mod">
          <ac:chgData name="Macioszczyk, Eric (Cognizant)" userId="a55378e3-86af-43da-a239-4686c1f988a0" providerId="ADAL" clId="{7CDA4340-C2B7-48C6-944C-1DE84FD8DDB6}" dt="2026-08-10T06:35:10.634" v="3256" actId="554"/>
          <ac:spMkLst>
            <pc:docMk/>
            <pc:sldMk cId="60716788" sldId="266"/>
            <ac:spMk id="89" creationId="{50E2267A-EBE2-16A3-5AA7-674892BAC929}"/>
          </ac:spMkLst>
        </pc:spChg>
        <pc:spChg chg="add mod">
          <ac:chgData name="Macioszczyk, Eric (Cognizant)" userId="a55378e3-86af-43da-a239-4686c1f988a0" providerId="ADAL" clId="{7CDA4340-C2B7-48C6-944C-1DE84FD8DDB6}" dt="2026-08-10T06:35:10.634" v="3256" actId="554"/>
          <ac:spMkLst>
            <pc:docMk/>
            <pc:sldMk cId="60716788" sldId="266"/>
            <ac:spMk id="91" creationId="{46FD7750-89FD-7968-8BB5-E9369BBB05AC}"/>
          </ac:spMkLst>
        </pc:spChg>
        <pc:spChg chg="add mod">
          <ac:chgData name="Macioszczyk, Eric (Cognizant)" userId="a55378e3-86af-43da-a239-4686c1f988a0" providerId="ADAL" clId="{7CDA4340-C2B7-48C6-944C-1DE84FD8DDB6}" dt="2026-08-10T06:35:10.634" v="3256" actId="554"/>
          <ac:spMkLst>
            <pc:docMk/>
            <pc:sldMk cId="60716788" sldId="266"/>
            <ac:spMk id="93" creationId="{0E23ABD1-38E2-313A-A9D5-BAD48C9354BD}"/>
          </ac:spMkLst>
        </pc:spChg>
        <pc:spChg chg="add mod">
          <ac:chgData name="Macioszczyk, Eric (Cognizant)" userId="a55378e3-86af-43da-a239-4686c1f988a0" providerId="ADAL" clId="{7CDA4340-C2B7-48C6-944C-1DE84FD8DDB6}" dt="2026-08-10T06:35:10.634" v="3256" actId="554"/>
          <ac:spMkLst>
            <pc:docMk/>
            <pc:sldMk cId="60716788" sldId="266"/>
            <ac:spMk id="95" creationId="{F178E2A1-FAE3-7DC5-564E-2EB4EE75504A}"/>
          </ac:spMkLst>
        </pc:spChg>
        <pc:cxnChg chg="del">
          <ac:chgData name="Macioszczyk, Eric (Cognizant)" userId="a55378e3-86af-43da-a239-4686c1f988a0" providerId="ADAL" clId="{7CDA4340-C2B7-48C6-944C-1DE84FD8DDB6}" dt="2026-08-10T06:18:17.363" v="2787" actId="478"/>
          <ac:cxnSpMkLst>
            <pc:docMk/>
            <pc:sldMk cId="60716788" sldId="266"/>
            <ac:cxnSpMk id="2" creationId="{8ACE623E-AAA8-6344-2D85-F463B75EFA1F}"/>
          </ac:cxnSpMkLst>
        </pc:cxnChg>
        <pc:cxnChg chg="add del mod">
          <ac:chgData name="Macioszczyk, Eric (Cognizant)" userId="a55378e3-86af-43da-a239-4686c1f988a0" providerId="ADAL" clId="{7CDA4340-C2B7-48C6-944C-1DE84FD8DDB6}" dt="2026-08-10T06:16:31.362" v="2757" actId="478"/>
          <ac:cxnSpMkLst>
            <pc:docMk/>
            <pc:sldMk cId="60716788" sldId="266"/>
            <ac:cxnSpMk id="4" creationId="{3E5454CE-5A14-D46E-E054-C4910BD2B592}"/>
          </ac:cxnSpMkLst>
        </pc:cxnChg>
        <pc:cxnChg chg="del mod">
          <ac:chgData name="Macioszczyk, Eric (Cognizant)" userId="a55378e3-86af-43da-a239-4686c1f988a0" providerId="ADAL" clId="{7CDA4340-C2B7-48C6-944C-1DE84FD8DDB6}" dt="2026-08-10T06:18:04.306" v="2782" actId="478"/>
          <ac:cxnSpMkLst>
            <pc:docMk/>
            <pc:sldMk cId="60716788" sldId="266"/>
            <ac:cxnSpMk id="9" creationId="{3A0EBDE4-1CEF-C0AC-D387-B3E336615C33}"/>
          </ac:cxnSpMkLst>
        </pc:cxnChg>
        <pc:cxnChg chg="mod">
          <ac:chgData name="Macioszczyk, Eric (Cognizant)" userId="a55378e3-86af-43da-a239-4686c1f988a0" providerId="ADAL" clId="{7CDA4340-C2B7-48C6-944C-1DE84FD8DDB6}" dt="2026-08-10T06:35:10.634" v="3256" actId="554"/>
          <ac:cxnSpMkLst>
            <pc:docMk/>
            <pc:sldMk cId="60716788" sldId="266"/>
            <ac:cxnSpMk id="10" creationId="{2BE4A46E-BC6F-3FBD-D1A0-0310BAFB05F0}"/>
          </ac:cxnSpMkLst>
        </pc:cxnChg>
        <pc:cxnChg chg="mod">
          <ac:chgData name="Macioszczyk, Eric (Cognizant)" userId="a55378e3-86af-43da-a239-4686c1f988a0" providerId="ADAL" clId="{7CDA4340-C2B7-48C6-944C-1DE84FD8DDB6}" dt="2026-08-10T06:35:10.634" v="3256" actId="554"/>
          <ac:cxnSpMkLst>
            <pc:docMk/>
            <pc:sldMk cId="60716788" sldId="266"/>
            <ac:cxnSpMk id="15" creationId="{A6B5D80F-2605-C128-6970-A98518DCA4E5}"/>
          </ac:cxnSpMkLst>
        </pc:cxnChg>
        <pc:cxnChg chg="mod">
          <ac:chgData name="Macioszczyk, Eric (Cognizant)" userId="a55378e3-86af-43da-a239-4686c1f988a0" providerId="ADAL" clId="{7CDA4340-C2B7-48C6-944C-1DE84FD8DDB6}" dt="2026-08-10T06:17:32.016" v="2774" actId="12789"/>
          <ac:cxnSpMkLst>
            <pc:docMk/>
            <pc:sldMk cId="60716788" sldId="266"/>
            <ac:cxnSpMk id="16" creationId="{7028FC3C-322B-C2E1-4226-C0CEB2470FE0}"/>
          </ac:cxnSpMkLst>
        </pc:cxnChg>
        <pc:cxnChg chg="add mod">
          <ac:chgData name="Macioszczyk, Eric (Cognizant)" userId="a55378e3-86af-43da-a239-4686c1f988a0" providerId="ADAL" clId="{7CDA4340-C2B7-48C6-944C-1DE84FD8DDB6}" dt="2026-08-10T06:35:10.634" v="3256" actId="554"/>
          <ac:cxnSpMkLst>
            <pc:docMk/>
            <pc:sldMk cId="60716788" sldId="266"/>
            <ac:cxnSpMk id="49" creationId="{36AA6918-651F-2062-85AF-641B543BA5A8}"/>
          </ac:cxnSpMkLst>
        </pc:cxnChg>
        <pc:cxnChg chg="add mod">
          <ac:chgData name="Macioszczyk, Eric (Cognizant)" userId="a55378e3-86af-43da-a239-4686c1f988a0" providerId="ADAL" clId="{7CDA4340-C2B7-48C6-944C-1DE84FD8DDB6}" dt="2026-08-10T06:35:10.634" v="3256" actId="554"/>
          <ac:cxnSpMkLst>
            <pc:docMk/>
            <pc:sldMk cId="60716788" sldId="266"/>
            <ac:cxnSpMk id="52" creationId="{8581D9EB-D609-6D70-4A60-8F6C8D544D92}"/>
          </ac:cxnSpMkLst>
        </pc:cxnChg>
        <pc:cxnChg chg="add mod">
          <ac:chgData name="Macioszczyk, Eric (Cognizant)" userId="a55378e3-86af-43da-a239-4686c1f988a0" providerId="ADAL" clId="{7CDA4340-C2B7-48C6-944C-1DE84FD8DDB6}" dt="2026-08-10T06:35:10.634" v="3256" actId="554"/>
          <ac:cxnSpMkLst>
            <pc:docMk/>
            <pc:sldMk cId="60716788" sldId="266"/>
            <ac:cxnSpMk id="55" creationId="{1E40E452-440F-3EB3-0554-72155DD182F3}"/>
          </ac:cxnSpMkLst>
        </pc:cxnChg>
        <pc:cxnChg chg="add mod">
          <ac:chgData name="Macioszczyk, Eric (Cognizant)" userId="a55378e3-86af-43da-a239-4686c1f988a0" providerId="ADAL" clId="{7CDA4340-C2B7-48C6-944C-1DE84FD8DDB6}" dt="2026-08-10T06:19:21.129" v="2801" actId="14100"/>
          <ac:cxnSpMkLst>
            <pc:docMk/>
            <pc:sldMk cId="60716788" sldId="266"/>
            <ac:cxnSpMk id="78" creationId="{9F55E3F7-6270-9C22-8538-C4952620D03C}"/>
          </ac:cxnSpMkLst>
        </pc:cxnChg>
        <pc:cxnChg chg="add mod">
          <ac:chgData name="Macioszczyk, Eric (Cognizant)" userId="a55378e3-86af-43da-a239-4686c1f988a0" providerId="ADAL" clId="{7CDA4340-C2B7-48C6-944C-1DE84FD8DDB6}" dt="2026-08-10T06:19:33.874" v="2804" actId="14100"/>
          <ac:cxnSpMkLst>
            <pc:docMk/>
            <pc:sldMk cId="60716788" sldId="266"/>
            <ac:cxnSpMk id="81" creationId="{698F7F84-971E-B6CE-0953-677451DB82FC}"/>
          </ac:cxnSpMkLst>
        </pc:cxnChg>
        <pc:cxnChg chg="add mod">
          <ac:chgData name="Macioszczyk, Eric (Cognizant)" userId="a55378e3-86af-43da-a239-4686c1f988a0" providerId="ADAL" clId="{7CDA4340-C2B7-48C6-944C-1DE84FD8DDB6}" dt="2026-08-10T06:27:06.604" v="3021" actId="688"/>
          <ac:cxnSpMkLst>
            <pc:docMk/>
            <pc:sldMk cId="60716788" sldId="266"/>
            <ac:cxnSpMk id="84" creationId="{DBA17FC2-2A06-FD8C-B13E-C07B4B0DF6C9}"/>
          </ac:cxnSpMkLst>
        </pc:cxnChg>
      </pc:sldChg>
      <pc:sldChg chg="addSp modSp new mod">
        <pc:chgData name="Macioszczyk, Eric (Cognizant)" userId="a55378e3-86af-43da-a239-4686c1f988a0" providerId="ADAL" clId="{7CDA4340-C2B7-48C6-944C-1DE84FD8DDB6}" dt="2026-08-11T07:33:00.888" v="4232" actId="6549"/>
        <pc:sldMkLst>
          <pc:docMk/>
          <pc:sldMk cId="362479880" sldId="267"/>
        </pc:sldMkLst>
        <pc:spChg chg="add mod">
          <ac:chgData name="Macioszczyk, Eric (Cognizant)" userId="a55378e3-86af-43da-a239-4686c1f988a0" providerId="ADAL" clId="{7CDA4340-C2B7-48C6-944C-1DE84FD8DDB6}" dt="2026-08-10T10:04:17.638" v="3638" actId="790"/>
          <ac:spMkLst>
            <pc:docMk/>
            <pc:sldMk cId="362479880" sldId="267"/>
            <ac:spMk id="2" creationId="{2231779F-BDC3-70CA-9679-5A57A68C8BB4}"/>
          </ac:spMkLst>
        </pc:spChg>
        <pc:spChg chg="add mod">
          <ac:chgData name="Macioszczyk, Eric (Cognizant)" userId="a55378e3-86af-43da-a239-4686c1f988a0" providerId="ADAL" clId="{7CDA4340-C2B7-48C6-944C-1DE84FD8DDB6}" dt="2026-08-10T10:08:51.642" v="3834" actId="15"/>
          <ac:spMkLst>
            <pc:docMk/>
            <pc:sldMk cId="362479880" sldId="267"/>
            <ac:spMk id="4" creationId="{E49412ED-4B82-7061-A805-B0AC9C9E5B70}"/>
          </ac:spMkLst>
        </pc:spChg>
        <pc:spChg chg="add mod">
          <ac:chgData name="Macioszczyk, Eric (Cognizant)" userId="a55378e3-86af-43da-a239-4686c1f988a0" providerId="ADAL" clId="{7CDA4340-C2B7-48C6-944C-1DE84FD8DDB6}" dt="2026-08-11T07:33:00.888" v="4232" actId="6549"/>
          <ac:spMkLst>
            <pc:docMk/>
            <pc:sldMk cId="362479880" sldId="267"/>
            <ac:spMk id="5" creationId="{6F0D50FE-6241-5F34-1B80-7E961458324F}"/>
          </ac:spMkLst>
        </pc:spChg>
        <pc:spChg chg="add mod">
          <ac:chgData name="Macioszczyk, Eric (Cognizant)" userId="a55378e3-86af-43da-a239-4686c1f988a0" providerId="ADAL" clId="{7CDA4340-C2B7-48C6-944C-1DE84FD8DDB6}" dt="2026-08-10T10:08:45.984" v="3833" actId="15"/>
          <ac:spMkLst>
            <pc:docMk/>
            <pc:sldMk cId="362479880" sldId="267"/>
            <ac:spMk id="6" creationId="{70744F9C-6453-251F-A853-B4BB673DA3DE}"/>
          </ac:spMkLst>
        </pc:spChg>
        <pc:spChg chg="add mod">
          <ac:chgData name="Macioszczyk, Eric (Cognizant)" userId="a55378e3-86af-43da-a239-4686c1f988a0" providerId="ADAL" clId="{7CDA4340-C2B7-48C6-944C-1DE84FD8DDB6}" dt="2026-08-10T10:04:17.638" v="3638" actId="790"/>
          <ac:spMkLst>
            <pc:docMk/>
            <pc:sldMk cId="362479880" sldId="267"/>
            <ac:spMk id="8" creationId="{25A191FC-0050-FD01-9345-5532717953E5}"/>
          </ac:spMkLst>
        </pc:spChg>
        <pc:spChg chg="add mod">
          <ac:chgData name="Macioszczyk, Eric (Cognizant)" userId="a55378e3-86af-43da-a239-4686c1f988a0" providerId="ADAL" clId="{7CDA4340-C2B7-48C6-944C-1DE84FD8DDB6}" dt="2026-08-11T07:32:34.660" v="4229" actId="1076"/>
          <ac:spMkLst>
            <pc:docMk/>
            <pc:sldMk cId="362479880" sldId="267"/>
            <ac:spMk id="9" creationId="{8A0C9CD1-2CC1-EFB8-A71E-D29609FD791B}"/>
          </ac:spMkLst>
        </pc:spChg>
        <pc:spChg chg="add mod">
          <ac:chgData name="Macioszczyk, Eric (Cognizant)" userId="a55378e3-86af-43da-a239-4686c1f988a0" providerId="ADAL" clId="{7CDA4340-C2B7-48C6-944C-1DE84FD8DDB6}" dt="2026-08-11T07:29:12.767" v="4091" actId="1076"/>
          <ac:spMkLst>
            <pc:docMk/>
            <pc:sldMk cId="362479880" sldId="267"/>
            <ac:spMk id="10" creationId="{8B824B92-E28A-BE0B-D262-555F367A5D58}"/>
          </ac:spMkLst>
        </pc:spChg>
        <pc:spChg chg="add mod">
          <ac:chgData name="Macioszczyk, Eric (Cognizant)" userId="a55378e3-86af-43da-a239-4686c1f988a0" providerId="ADAL" clId="{7CDA4340-C2B7-48C6-944C-1DE84FD8DDB6}" dt="2026-08-11T07:32:57.560" v="4231" actId="20577"/>
          <ac:spMkLst>
            <pc:docMk/>
            <pc:sldMk cId="362479880" sldId="267"/>
            <ac:spMk id="11" creationId="{B291BC59-A469-850E-F500-AFD70049E7D6}"/>
          </ac:spMkLst>
        </pc:spChg>
        <pc:spChg chg="add">
          <ac:chgData name="Macioszczyk, Eric (Cognizant)" userId="a55378e3-86af-43da-a239-4686c1f988a0" providerId="ADAL" clId="{7CDA4340-C2B7-48C6-944C-1DE84FD8DDB6}" dt="2026-08-10T10:09:38.905" v="3841" actId="22"/>
          <ac:spMkLst>
            <pc:docMk/>
            <pc:sldMk cId="362479880" sldId="267"/>
            <ac:spMk id="17" creationId="{ED4E674A-B599-319C-93F2-EA60A71B9ACF}"/>
          </ac:spMkLst>
        </pc:spChg>
        <pc:cxnChg chg="add mod">
          <ac:chgData name="Macioszczyk, Eric (Cognizant)" userId="a55378e3-86af-43da-a239-4686c1f988a0" providerId="ADAL" clId="{7CDA4340-C2B7-48C6-944C-1DE84FD8DDB6}" dt="2026-08-10T10:09:19.015" v="3838" actId="14100"/>
          <ac:cxnSpMkLst>
            <pc:docMk/>
            <pc:sldMk cId="362479880" sldId="267"/>
            <ac:cxnSpMk id="12" creationId="{8EA9F068-1031-C01A-F64E-CCD90D29F504}"/>
          </ac:cxnSpMkLst>
        </pc:cxnChg>
        <pc:cxnChg chg="add mod">
          <ac:chgData name="Macioszczyk, Eric (Cognizant)" userId="a55378e3-86af-43da-a239-4686c1f988a0" providerId="ADAL" clId="{7CDA4340-C2B7-48C6-944C-1DE84FD8DDB6}" dt="2026-08-10T10:09:25.701" v="3840" actId="1076"/>
          <ac:cxnSpMkLst>
            <pc:docMk/>
            <pc:sldMk cId="362479880" sldId="267"/>
            <ac:cxnSpMk id="15" creationId="{AABD5892-C2EC-D529-A37F-28670CC2C33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6DE80-DE46-4225-8228-B504D5581D0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DEF70-A95B-4C52-B30A-929E27AA1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2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4490-0D18-995F-E5DF-296323BB3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630D4-E9E3-5F56-A390-49AABBD6D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AA202-7CC8-7F95-02F2-C1154A8D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1530A-EEAA-FC34-3CEB-DA5662AA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A087-521E-ACDA-937B-CC493CB0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2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6BFC-F758-17EB-0632-5277039A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12B06-BAAC-BC95-FD0D-77905BCA2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149F-9E5B-147E-5F20-1C35F8DC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4B3D5-27A0-327F-A001-742A13D88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C6E59-A2A9-AE17-8ED6-66CA3462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5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8375-A627-DC24-7BF1-A79F4968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CF0C4-577F-3D96-10F3-2F9E61E64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A5523-5E82-8516-FBAD-3A94C76B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0645F-B89A-8315-4DCE-B2028C95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55880-7698-D501-A8F1-EBD8922F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7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7C372-DA1E-0C5F-753F-90E06E97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93BE-41E1-9462-2A2F-62468E156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8B1BD-91AB-AE17-9F43-9D4340782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7F0D1-422F-CB1E-8908-AAF0A33F4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5812F-9328-CF73-7E8F-D5876E7C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FAF73-07F2-DC0C-5123-D54FE7C0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61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AED3-E864-DB03-8AA2-CA619053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53CE2-64FA-92A9-A138-76DEAF967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C2140-2076-8972-9E6B-597B28D16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DA11B-042E-B74A-B964-059A28FA5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DFEE4-40F2-F6A2-5F1F-0D8968D62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AEF48-F8BE-5727-719C-F7F85629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D8B6C-5A50-C6E5-9E0F-B106C778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97724-EC4F-D36C-0983-1D06CE50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55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3F68-6E1B-20E1-90A0-121F3B45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B68D9-1C7A-66BC-9DAF-1D76F9CD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7458-FC4C-A1E8-CB35-1B1481F1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AB4EB-B6D0-870B-BB72-C5C37758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93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B1993-2C67-8771-D2F9-7B5D112F8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5E1CD1-3FED-06A7-05F5-1100F267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5C293-75C3-7F41-FC0F-8B53788E3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15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AEEB-2C52-6681-2E55-21C93504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9B2E-F354-36E3-13FF-DC90369D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2342E-665F-377C-5535-9E9AB9703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B5BC2-3B61-F7C0-BD17-97AF2840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BF809-3582-C6EB-DB40-35391A95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8E53B-E515-6444-05C2-8F4FBBD2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18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5E3-0617-607D-7BC8-48C268CD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2EAB5-723E-85C5-F5A6-BBA7764FA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530AB-691C-AF27-96F3-FF460CD80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038F4-D878-69FE-C6C2-071BB57F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3ED2B-7D18-110E-477E-18FBA36F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EFA98-9F88-4101-FCF7-4D1FFA95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42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961C-CB71-EBD2-A9C5-CCC36C846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90271-26E4-FFE3-6EBA-2255FF283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F201A-2425-C3C8-8420-C6123256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A776C-4B9E-5DD9-F5B4-C711C4D1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AF1F0-D535-AA4F-F939-4A37F81B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0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078A32-98E1-E17D-C639-81B067541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80362-9F20-6472-D1F5-4C0D7A616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27B60-A3BB-73A8-C018-42B51C6C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73A7-4B86-4A2F-F3CA-EC652AF0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3FBE0-AD89-9A5F-AC3F-964A1EAE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713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78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FCEE8-D590-16D5-0E5D-7AFE6D048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83823-991E-9EC0-82DF-11909C251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B4E3D-7D66-0176-029B-2E581F641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98489-AF37-4B72-B16D-9687BD92246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B23B5-9EF4-2B76-AE90-382D3F1DD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C007-0232-0FBB-DA8F-A2984F79B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017D0-C385-463A-AC50-4CF74A732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40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xagon 4">
            <a:extLst>
              <a:ext uri="{FF2B5EF4-FFF2-40B4-BE49-F238E27FC236}">
                <a16:creationId xmlns:a16="http://schemas.microsoft.com/office/drawing/2014/main" id="{6CA52054-7EA2-3F09-2666-4654009392F7}"/>
              </a:ext>
            </a:extLst>
          </p:cNvPr>
          <p:cNvSpPr/>
          <p:nvPr/>
        </p:nvSpPr>
        <p:spPr>
          <a:xfrm>
            <a:off x="3749338" y="1334462"/>
            <a:ext cx="3840480" cy="3310759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D7612-75C6-8A73-B3AA-4E8129337C3E}"/>
              </a:ext>
            </a:extLst>
          </p:cNvPr>
          <p:cNvSpPr txBox="1"/>
          <p:nvPr/>
        </p:nvSpPr>
        <p:spPr>
          <a:xfrm>
            <a:off x="4943277" y="1340861"/>
            <a:ext cx="144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Application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5F53BC90-D9B5-9A77-E086-E2BF02E4AFAC}"/>
              </a:ext>
            </a:extLst>
          </p:cNvPr>
          <p:cNvSpPr/>
          <p:nvPr/>
        </p:nvSpPr>
        <p:spPr>
          <a:xfrm>
            <a:off x="4533785" y="2001651"/>
            <a:ext cx="2264705" cy="1952332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  <a:p>
            <a:pPr algn="ctr"/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079210-F376-2F04-9B3D-3FA4820AB7DB}"/>
              </a:ext>
            </a:extLst>
          </p:cNvPr>
          <p:cNvSpPr/>
          <p:nvPr/>
        </p:nvSpPr>
        <p:spPr>
          <a:xfrm rot="14612469">
            <a:off x="6096652" y="2386203"/>
            <a:ext cx="679715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C9E1B-B3C6-29E8-2710-B9B45E5E86AE}"/>
              </a:ext>
            </a:extLst>
          </p:cNvPr>
          <p:cNvSpPr/>
          <p:nvPr/>
        </p:nvSpPr>
        <p:spPr>
          <a:xfrm rot="17806740">
            <a:off x="6131159" y="3241860"/>
            <a:ext cx="679715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CC5E8B-8F73-A13A-C3FD-1C9AAE000CCA}"/>
              </a:ext>
            </a:extLst>
          </p:cNvPr>
          <p:cNvSpPr/>
          <p:nvPr/>
        </p:nvSpPr>
        <p:spPr>
          <a:xfrm rot="17863172">
            <a:off x="3304677" y="1874319"/>
            <a:ext cx="99304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Adapter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B42416-79B9-A1A9-1CAE-DC9E3F4103A5}"/>
              </a:ext>
            </a:extLst>
          </p:cNvPr>
          <p:cNvSpPr/>
          <p:nvPr/>
        </p:nvSpPr>
        <p:spPr>
          <a:xfrm rot="17738978">
            <a:off x="7055165" y="3715256"/>
            <a:ext cx="99304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Adapter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D7350-B4F6-84BD-A336-4317D100C6D4}"/>
              </a:ext>
            </a:extLst>
          </p:cNvPr>
          <p:cNvSpPr/>
          <p:nvPr/>
        </p:nvSpPr>
        <p:spPr>
          <a:xfrm>
            <a:off x="5128546" y="1741420"/>
            <a:ext cx="1075181" cy="198369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 cases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B6B3C1-DC44-24E0-2266-185281116846}"/>
              </a:ext>
            </a:extLst>
          </p:cNvPr>
          <p:cNvSpPr/>
          <p:nvPr/>
        </p:nvSpPr>
        <p:spPr>
          <a:xfrm rot="17766711">
            <a:off x="3939874" y="2128995"/>
            <a:ext cx="679715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</a:t>
            </a: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68542436-2FA1-35A8-9A41-81FBA1A431E7}"/>
              </a:ext>
            </a:extLst>
          </p:cNvPr>
          <p:cNvSpPr/>
          <p:nvPr/>
        </p:nvSpPr>
        <p:spPr>
          <a:xfrm>
            <a:off x="3091002" y="774582"/>
            <a:ext cx="5218111" cy="4460714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5ED12B-617A-BDAF-DDC0-3A1FBCFE7735}"/>
              </a:ext>
            </a:extLst>
          </p:cNvPr>
          <p:cNvSpPr txBox="1"/>
          <p:nvPr/>
        </p:nvSpPr>
        <p:spPr>
          <a:xfrm>
            <a:off x="4850209" y="854467"/>
            <a:ext cx="169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5031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DB0A-2F2B-8719-9B3C-DFE8ECD2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695CBE1-0CD3-EA17-E90D-331C9295865B}"/>
              </a:ext>
            </a:extLst>
          </p:cNvPr>
          <p:cNvGrpSpPr/>
          <p:nvPr/>
        </p:nvGrpSpPr>
        <p:grpSpPr>
          <a:xfrm>
            <a:off x="3789094" y="1170233"/>
            <a:ext cx="3840480" cy="3894543"/>
            <a:chOff x="3511296" y="752159"/>
            <a:chExt cx="3840480" cy="3894543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ACEB8490-15EE-440E-8ADC-2FB0002B25A7}"/>
                </a:ext>
              </a:extLst>
            </p:cNvPr>
            <p:cNvSpPr/>
            <p:nvPr/>
          </p:nvSpPr>
          <p:spPr>
            <a:xfrm>
              <a:off x="3511296" y="1234440"/>
              <a:ext cx="3840480" cy="3310759"/>
            </a:xfrm>
            <a:prstGeom prst="hexagon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6ADCD7A-647E-966E-BA20-45F7751DB4B6}"/>
                </a:ext>
              </a:extLst>
            </p:cNvPr>
            <p:cNvGrpSpPr/>
            <p:nvPr/>
          </p:nvGrpSpPr>
          <p:grpSpPr>
            <a:xfrm>
              <a:off x="4295743" y="1901629"/>
              <a:ext cx="2264705" cy="1985870"/>
              <a:chOff x="4086193" y="1743403"/>
              <a:chExt cx="2652553" cy="2325967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615666F6-C36E-93E7-93DD-FAB14C86CDB9}"/>
                  </a:ext>
                </a:extLst>
              </p:cNvPr>
              <p:cNvSpPr/>
              <p:nvPr/>
            </p:nvSpPr>
            <p:spPr>
              <a:xfrm>
                <a:off x="4086193" y="1743403"/>
                <a:ext cx="2652553" cy="2286684"/>
              </a:xfrm>
              <a:prstGeom prst="hexagon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83D8102-07EA-0080-FA0D-5D5874AB2BD7}"/>
                  </a:ext>
                </a:extLst>
              </p:cNvPr>
              <p:cNvSpPr/>
              <p:nvPr/>
            </p:nvSpPr>
            <p:spPr>
              <a:xfrm rot="17806740">
                <a:off x="5641027" y="3225627"/>
                <a:ext cx="1411854" cy="2756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UserRepository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DA74A1-6C89-4A31-9C2D-ED50A59C2040}"/>
                </a:ext>
              </a:extLst>
            </p:cNvPr>
            <p:cNvSpPr/>
            <p:nvPr/>
          </p:nvSpPr>
          <p:spPr>
            <a:xfrm>
              <a:off x="4741374" y="752159"/>
              <a:ext cx="1371026" cy="208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AuthController</a:t>
              </a:r>
              <a:endParaRPr lang="en-US" sz="12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475180-34CD-B80B-15F0-16ED17DD9640}"/>
                </a:ext>
              </a:extLst>
            </p:cNvPr>
            <p:cNvSpPr/>
            <p:nvPr/>
          </p:nvSpPr>
          <p:spPr>
            <a:xfrm rot="17738978">
              <a:off x="6233782" y="3633593"/>
              <a:ext cx="1742755" cy="283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UserRepositoryAdapter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1BFF44-83CC-E598-5D0C-A56FC9547708}"/>
                </a:ext>
              </a:extLst>
            </p:cNvPr>
            <p:cNvSpPr/>
            <p:nvPr/>
          </p:nvSpPr>
          <p:spPr>
            <a:xfrm>
              <a:off x="4834847" y="1673202"/>
              <a:ext cx="1224546" cy="19836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LoginService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A1A60-0526-6AF6-EEA4-AEE6FF2CCD44}"/>
              </a:ext>
            </a:extLst>
          </p:cNvPr>
          <p:cNvSpPr/>
          <p:nvPr/>
        </p:nvSpPr>
        <p:spPr>
          <a:xfrm>
            <a:off x="5141017" y="1675140"/>
            <a:ext cx="1161549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LoginUseCase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C2449C-1E85-4663-4447-4950978C900B}"/>
              </a:ext>
            </a:extLst>
          </p:cNvPr>
          <p:cNvSpPr/>
          <p:nvPr/>
        </p:nvSpPr>
        <p:spPr>
          <a:xfrm>
            <a:off x="5021822" y="563918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Frontend 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184FDC-E959-9A01-517B-820602F2AD47}"/>
              </a:ext>
            </a:extLst>
          </p:cNvPr>
          <p:cNvCxnSpPr>
            <a:cxnSpLocks/>
          </p:cNvCxnSpPr>
          <p:nvPr/>
        </p:nvCxnSpPr>
        <p:spPr>
          <a:xfrm flipH="1">
            <a:off x="5442292" y="764179"/>
            <a:ext cx="2650" cy="398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BC95265-603F-0AE0-DE49-40A2657F2CA2}"/>
              </a:ext>
            </a:extLst>
          </p:cNvPr>
          <p:cNvSpPr/>
          <p:nvPr/>
        </p:nvSpPr>
        <p:spPr>
          <a:xfrm>
            <a:off x="3054644" y="821519"/>
            <a:ext cx="2475168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POST /auth/login (LoginRequest)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C77751-1700-F2FC-9D8B-01A957D5BD45}"/>
              </a:ext>
            </a:extLst>
          </p:cNvPr>
          <p:cNvCxnSpPr>
            <a:cxnSpLocks/>
          </p:cNvCxnSpPr>
          <p:nvPr/>
        </p:nvCxnSpPr>
        <p:spPr>
          <a:xfrm>
            <a:off x="5441087" y="1363463"/>
            <a:ext cx="1205" cy="296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6C34AC-A50C-818A-7607-80E7CFE257A0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>
            <a:off x="5721792" y="1917157"/>
            <a:ext cx="3126" cy="17411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685D414-06E4-08AF-2B5C-51FB071BD6D9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rot="16200000" flipH="1">
            <a:off x="5381703" y="2632860"/>
            <a:ext cx="1360206" cy="6737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BACDDDF-0989-2B30-9D8F-0769946ACF92}"/>
              </a:ext>
            </a:extLst>
          </p:cNvPr>
          <p:cNvSpPr/>
          <p:nvPr/>
        </p:nvSpPr>
        <p:spPr>
          <a:xfrm>
            <a:off x="5627784" y="2758465"/>
            <a:ext cx="194491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User=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</a:rPr>
              <a:t>findByEmail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(email)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F89658-58B3-9420-CFCB-1BECA20C1048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608786" y="3755879"/>
            <a:ext cx="646406" cy="37616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D10BD51-783E-8B81-E9D7-F2229248AA22}"/>
              </a:ext>
            </a:extLst>
          </p:cNvPr>
          <p:cNvSpPr/>
          <p:nvPr/>
        </p:nvSpPr>
        <p:spPr>
          <a:xfrm rot="17817417">
            <a:off x="3677700" y="2480565"/>
            <a:ext cx="1264421" cy="23533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JwtTokenService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79E62F4D-6FCD-E723-582D-46F3C846E982}"/>
              </a:ext>
            </a:extLst>
          </p:cNvPr>
          <p:cNvCxnSpPr>
            <a:cxnSpLocks/>
            <a:stCxn id="10" idx="1"/>
            <a:endCxn id="34" idx="2"/>
          </p:cNvCxnSpPr>
          <p:nvPr/>
        </p:nvCxnSpPr>
        <p:spPr>
          <a:xfrm rot="10800000" flipV="1">
            <a:off x="4414791" y="2190460"/>
            <a:ext cx="697854" cy="461109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16051E5-680E-DFA1-5C52-686DC19227EB}"/>
              </a:ext>
            </a:extLst>
          </p:cNvPr>
          <p:cNvSpPr/>
          <p:nvPr/>
        </p:nvSpPr>
        <p:spPr>
          <a:xfrm>
            <a:off x="4309910" y="2693789"/>
            <a:ext cx="115491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Token=build()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F2EBCB-F94D-21A5-5023-25D08D69AA06}"/>
              </a:ext>
            </a:extLst>
          </p:cNvPr>
          <p:cNvSpPr/>
          <p:nvPr/>
        </p:nvSpPr>
        <p:spPr>
          <a:xfrm rot="17787211">
            <a:off x="2840642" y="2177971"/>
            <a:ext cx="1853162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JwtTokenServiceAdapter</a:t>
            </a:r>
            <a:endParaRPr lang="en-US" sz="12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651EE4-DD9C-980E-1A9A-7EA56DB15F68}"/>
              </a:ext>
            </a:extLst>
          </p:cNvPr>
          <p:cNvCxnSpPr>
            <a:cxnSpLocks/>
            <a:stCxn id="43" idx="2"/>
            <a:endCxn id="34" idx="0"/>
          </p:cNvCxnSpPr>
          <p:nvPr/>
        </p:nvCxnSpPr>
        <p:spPr>
          <a:xfrm>
            <a:off x="3894115" y="2382841"/>
            <a:ext cx="310915" cy="16204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08F79B1-B72F-EB30-D1A8-E74CE514B0BA}"/>
              </a:ext>
            </a:extLst>
          </p:cNvPr>
          <p:cNvCxnSpPr>
            <a:cxnSpLocks/>
          </p:cNvCxnSpPr>
          <p:nvPr/>
        </p:nvCxnSpPr>
        <p:spPr>
          <a:xfrm>
            <a:off x="6030725" y="1348434"/>
            <a:ext cx="1205" cy="29664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D2F2595-BC48-869C-46B8-8917994749A1}"/>
              </a:ext>
            </a:extLst>
          </p:cNvPr>
          <p:cNvCxnSpPr>
            <a:cxnSpLocks/>
          </p:cNvCxnSpPr>
          <p:nvPr/>
        </p:nvCxnSpPr>
        <p:spPr>
          <a:xfrm flipH="1">
            <a:off x="6027352" y="748324"/>
            <a:ext cx="2650" cy="3980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943B1D8-2198-B5A9-05F9-B7D8F20D58D0}"/>
              </a:ext>
            </a:extLst>
          </p:cNvPr>
          <p:cNvSpPr/>
          <p:nvPr/>
        </p:nvSpPr>
        <p:spPr>
          <a:xfrm>
            <a:off x="5950282" y="844420"/>
            <a:ext cx="1244604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LoginResponse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7997864-EAAA-0CA8-A1ED-B6CF04C1BA50}"/>
              </a:ext>
            </a:extLst>
          </p:cNvPr>
          <p:cNvSpPr/>
          <p:nvPr/>
        </p:nvSpPr>
        <p:spPr>
          <a:xfrm>
            <a:off x="5957336" y="1403326"/>
            <a:ext cx="98217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LoginResult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08E5EA-4F21-7ACC-9123-BFE040235BAD}"/>
              </a:ext>
            </a:extLst>
          </p:cNvPr>
          <p:cNvSpPr/>
          <p:nvPr/>
        </p:nvSpPr>
        <p:spPr>
          <a:xfrm>
            <a:off x="4259736" y="1386961"/>
            <a:ext cx="125966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LoginCommand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464CE76-93E4-EF9F-0EF5-18537E170BC7}"/>
              </a:ext>
            </a:extLst>
          </p:cNvPr>
          <p:cNvSpPr/>
          <p:nvPr/>
        </p:nvSpPr>
        <p:spPr>
          <a:xfrm>
            <a:off x="5060055" y="3002121"/>
            <a:ext cx="551521" cy="20825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User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DC3E7F2-94D5-81B4-C1E5-F0293E9AF0EC}"/>
              </a:ext>
            </a:extLst>
          </p:cNvPr>
          <p:cNvSpPr/>
          <p:nvPr/>
        </p:nvSpPr>
        <p:spPr>
          <a:xfrm>
            <a:off x="3918435" y="3272384"/>
            <a:ext cx="593611" cy="28468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Token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8B0A06C4-BA75-703C-1B59-EBA0973CBF7F}"/>
              </a:ext>
            </a:extLst>
          </p:cNvPr>
          <p:cNvSpPr/>
          <p:nvPr/>
        </p:nvSpPr>
        <p:spPr>
          <a:xfrm>
            <a:off x="8775631" y="4657270"/>
            <a:ext cx="494846" cy="564299"/>
          </a:xfrm>
          <a:prstGeom prst="ca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dB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E28975D-A97A-3D81-1061-B6A92B5DDED9}"/>
              </a:ext>
            </a:extLst>
          </p:cNvPr>
          <p:cNvCxnSpPr>
            <a:cxnSpLocks/>
            <a:stCxn id="9" idx="2"/>
            <a:endCxn id="96" idx="0"/>
          </p:cNvCxnSpPr>
          <p:nvPr/>
        </p:nvCxnSpPr>
        <p:spPr>
          <a:xfrm>
            <a:off x="7510723" y="4254750"/>
            <a:ext cx="101177" cy="6397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Hexagon 77">
            <a:extLst>
              <a:ext uri="{FF2B5EF4-FFF2-40B4-BE49-F238E27FC236}">
                <a16:creationId xmlns:a16="http://schemas.microsoft.com/office/drawing/2014/main" id="{C3615D05-0D08-40F7-0C05-733B79F1E42F}"/>
              </a:ext>
            </a:extLst>
          </p:cNvPr>
          <p:cNvSpPr/>
          <p:nvPr/>
        </p:nvSpPr>
        <p:spPr>
          <a:xfrm>
            <a:off x="3054644" y="1102021"/>
            <a:ext cx="5310127" cy="4392516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D052F44-5B8A-DADA-0D7E-5F5FA0D48ED9}"/>
              </a:ext>
            </a:extLst>
          </p:cNvPr>
          <p:cNvSpPr/>
          <p:nvPr/>
        </p:nvSpPr>
        <p:spPr>
          <a:xfrm>
            <a:off x="5319044" y="5143500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Infra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A73BBAD-D4F2-583B-FE5A-A5404167EB04}"/>
              </a:ext>
            </a:extLst>
          </p:cNvPr>
          <p:cNvSpPr/>
          <p:nvPr/>
        </p:nvSpPr>
        <p:spPr>
          <a:xfrm>
            <a:off x="5319044" y="4533894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App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6F3F960-F55D-CED5-14CB-0BB30AE2EB54}"/>
              </a:ext>
            </a:extLst>
          </p:cNvPr>
          <p:cNvSpPr/>
          <p:nvPr/>
        </p:nvSpPr>
        <p:spPr>
          <a:xfrm>
            <a:off x="5221645" y="4000402"/>
            <a:ext cx="993653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1ED4156B-D4B5-61B7-AEA9-E9F4DD66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12" y="227915"/>
            <a:ext cx="342163" cy="34216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198A2FD4-1528-60EB-71F9-559A62EB5944}"/>
              </a:ext>
            </a:extLst>
          </p:cNvPr>
          <p:cNvSpPr txBox="1"/>
          <p:nvPr/>
        </p:nvSpPr>
        <p:spPr>
          <a:xfrm>
            <a:off x="1065475" y="946205"/>
            <a:ext cx="165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Login use case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48429CE-669E-7D13-BA57-91138B0DF36C}"/>
              </a:ext>
            </a:extLst>
          </p:cNvPr>
          <p:cNvSpPr/>
          <p:nvPr/>
        </p:nvSpPr>
        <p:spPr>
          <a:xfrm rot="17785740">
            <a:off x="6921349" y="4240079"/>
            <a:ext cx="1634939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UserJpaRepositoryIF</a:t>
            </a:r>
          </a:p>
        </p:txBody>
      </p:sp>
      <p:sp>
        <p:nvSpPr>
          <p:cNvPr id="98" name="Hexagon 97">
            <a:extLst>
              <a:ext uri="{FF2B5EF4-FFF2-40B4-BE49-F238E27FC236}">
                <a16:creationId xmlns:a16="http://schemas.microsoft.com/office/drawing/2014/main" id="{918D661F-EB0D-AE08-5B1D-3BFB7AF44696}"/>
              </a:ext>
            </a:extLst>
          </p:cNvPr>
          <p:cNvSpPr/>
          <p:nvPr/>
        </p:nvSpPr>
        <p:spPr>
          <a:xfrm>
            <a:off x="2401295" y="748324"/>
            <a:ext cx="6548344" cy="5361352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C7FD59C-20DE-4D35-287F-130DC0266615}"/>
              </a:ext>
            </a:extLst>
          </p:cNvPr>
          <p:cNvSpPr/>
          <p:nvPr/>
        </p:nvSpPr>
        <p:spPr>
          <a:xfrm rot="17785740">
            <a:off x="7294562" y="4497405"/>
            <a:ext cx="184546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JpaRepositoryAdapter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FBD52CA-6CE4-3642-D1BB-0C6CF96E495B}"/>
              </a:ext>
            </a:extLst>
          </p:cNvPr>
          <p:cNvSpPr/>
          <p:nvPr/>
        </p:nvSpPr>
        <p:spPr>
          <a:xfrm>
            <a:off x="5319044" y="5685495"/>
            <a:ext cx="93068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Spring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9218A96-067B-19B2-6DEC-9C4055E11941}"/>
              </a:ext>
            </a:extLst>
          </p:cNvPr>
          <p:cNvCxnSpPr>
            <a:cxnSpLocks/>
            <a:stCxn id="96" idx="2"/>
            <a:endCxn id="100" idx="0"/>
          </p:cNvCxnSpPr>
          <p:nvPr/>
        </p:nvCxnSpPr>
        <p:spPr>
          <a:xfrm>
            <a:off x="7865738" y="4444894"/>
            <a:ext cx="224635" cy="13116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056824BF-6662-9648-8A23-ABCE9A169A8D}"/>
              </a:ext>
            </a:extLst>
          </p:cNvPr>
          <p:cNvCxnSpPr>
            <a:cxnSpLocks/>
            <a:stCxn id="100" idx="2"/>
            <a:endCxn id="73" idx="2"/>
          </p:cNvCxnSpPr>
          <p:nvPr/>
        </p:nvCxnSpPr>
        <p:spPr>
          <a:xfrm>
            <a:off x="8344211" y="4702220"/>
            <a:ext cx="431420" cy="2372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30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8C103-B44E-9B6F-E0FA-0B7223AA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exagon 77">
            <a:extLst>
              <a:ext uri="{FF2B5EF4-FFF2-40B4-BE49-F238E27FC236}">
                <a16:creationId xmlns:a16="http://schemas.microsoft.com/office/drawing/2014/main" id="{473AA4F5-BA55-A9BB-1CB6-BC4BB486212B}"/>
              </a:ext>
            </a:extLst>
          </p:cNvPr>
          <p:cNvSpPr/>
          <p:nvPr/>
        </p:nvSpPr>
        <p:spPr>
          <a:xfrm>
            <a:off x="3054644" y="1102021"/>
            <a:ext cx="5310127" cy="4392516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075D74-CF1B-4140-58F7-8B36EFC7A8DB}"/>
              </a:ext>
            </a:extLst>
          </p:cNvPr>
          <p:cNvGrpSpPr/>
          <p:nvPr/>
        </p:nvGrpSpPr>
        <p:grpSpPr>
          <a:xfrm>
            <a:off x="3789094" y="1099102"/>
            <a:ext cx="3840480" cy="4006424"/>
            <a:chOff x="3511296" y="681028"/>
            <a:chExt cx="3840480" cy="4006424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5262B202-5EA2-53FF-1AA3-E0EFD3D324F8}"/>
                </a:ext>
              </a:extLst>
            </p:cNvPr>
            <p:cNvSpPr/>
            <p:nvPr/>
          </p:nvSpPr>
          <p:spPr>
            <a:xfrm>
              <a:off x="3511296" y="1234440"/>
              <a:ext cx="3840480" cy="3310759"/>
            </a:xfrm>
            <a:prstGeom prst="hexagon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B5A729-A8CC-4938-38FF-25C1F7A8C3EA}"/>
                </a:ext>
              </a:extLst>
            </p:cNvPr>
            <p:cNvGrpSpPr/>
            <p:nvPr/>
          </p:nvGrpSpPr>
          <p:grpSpPr>
            <a:xfrm>
              <a:off x="4295743" y="1901629"/>
              <a:ext cx="2264705" cy="2077393"/>
              <a:chOff x="4086193" y="1743403"/>
              <a:chExt cx="2652553" cy="2433166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407B271B-0F78-303F-D126-CFC52AD353EE}"/>
                  </a:ext>
                </a:extLst>
              </p:cNvPr>
              <p:cNvSpPr/>
              <p:nvPr/>
            </p:nvSpPr>
            <p:spPr>
              <a:xfrm>
                <a:off x="4086193" y="1743403"/>
                <a:ext cx="2652553" cy="2286684"/>
              </a:xfrm>
              <a:prstGeom prst="hexagon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65EE74B-9E53-75B2-BD72-F1650AF6D2B1}"/>
                  </a:ext>
                </a:extLst>
              </p:cNvPr>
              <p:cNvSpPr/>
              <p:nvPr/>
            </p:nvSpPr>
            <p:spPr>
              <a:xfrm rot="17806740">
                <a:off x="5495875" y="3206040"/>
                <a:ext cx="1665426" cy="2756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1"/>
                  <a:t>AgentRepositoryIF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5ED336-CDF2-4AAD-F741-BE47BA2B078F}"/>
                </a:ext>
              </a:extLst>
            </p:cNvPr>
            <p:cNvSpPr/>
            <p:nvPr/>
          </p:nvSpPr>
          <p:spPr>
            <a:xfrm rot="17785740">
              <a:off x="6191055" y="3622990"/>
              <a:ext cx="1845460" cy="283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AgentRepositoryAdapter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9E011D-B16E-F6EB-CFBF-F0D958DB30A7}"/>
                </a:ext>
              </a:extLst>
            </p:cNvPr>
            <p:cNvSpPr/>
            <p:nvPr/>
          </p:nvSpPr>
          <p:spPr>
            <a:xfrm>
              <a:off x="4691728" y="1609594"/>
              <a:ext cx="1454261" cy="19836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ListAgentsService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229785-C2E0-C145-72DD-B7264052BF43}"/>
                </a:ext>
              </a:extLst>
            </p:cNvPr>
            <p:cNvSpPr/>
            <p:nvPr/>
          </p:nvSpPr>
          <p:spPr>
            <a:xfrm>
              <a:off x="4755160" y="681028"/>
              <a:ext cx="1371026" cy="208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AgentController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E223FA-B5DE-FC11-A7B6-6376D6F6BECE}"/>
              </a:ext>
            </a:extLst>
          </p:cNvPr>
          <p:cNvSpPr/>
          <p:nvPr/>
        </p:nvSpPr>
        <p:spPr>
          <a:xfrm>
            <a:off x="4884511" y="1643739"/>
            <a:ext cx="1594933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ListAgentsUseCaseIF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5C79C3-9DE3-7F1E-0333-E9654B5BAC23}"/>
              </a:ext>
            </a:extLst>
          </p:cNvPr>
          <p:cNvSpPr/>
          <p:nvPr/>
        </p:nvSpPr>
        <p:spPr>
          <a:xfrm>
            <a:off x="5021822" y="563918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Frontend 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A8D17-0A7D-F5E6-4B49-4487EE8E4DB2}"/>
              </a:ext>
            </a:extLst>
          </p:cNvPr>
          <p:cNvCxnSpPr>
            <a:cxnSpLocks/>
          </p:cNvCxnSpPr>
          <p:nvPr/>
        </p:nvCxnSpPr>
        <p:spPr>
          <a:xfrm>
            <a:off x="5427729" y="811764"/>
            <a:ext cx="5029" cy="254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6CED3CD-6D23-66AC-B1E3-A85538F2D438}"/>
              </a:ext>
            </a:extLst>
          </p:cNvPr>
          <p:cNvSpPr/>
          <p:nvPr/>
        </p:nvSpPr>
        <p:spPr>
          <a:xfrm>
            <a:off x="3593990" y="821519"/>
            <a:ext cx="1935822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GET /agents?pageSize=20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E0FB85-6D83-F68E-B459-9A29CA498550}"/>
              </a:ext>
            </a:extLst>
          </p:cNvPr>
          <p:cNvCxnSpPr>
            <a:cxnSpLocks/>
          </p:cNvCxnSpPr>
          <p:nvPr/>
        </p:nvCxnSpPr>
        <p:spPr>
          <a:xfrm>
            <a:off x="5427729" y="1322670"/>
            <a:ext cx="1205" cy="296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F9B29D-A11A-0CED-E570-26E29615A2CE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>
            <a:off x="5681978" y="1885756"/>
            <a:ext cx="14679" cy="14191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2661F2E-3665-38E4-EF1D-C5496642EBD9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5336291" y="2586403"/>
            <a:ext cx="1407090" cy="6863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657014C-E02A-042A-3F31-A2EBF47792D2}"/>
              </a:ext>
            </a:extLst>
          </p:cNvPr>
          <p:cNvSpPr/>
          <p:nvPr/>
        </p:nvSpPr>
        <p:spPr>
          <a:xfrm>
            <a:off x="5627785" y="2758465"/>
            <a:ext cx="1703318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Agents=listByOwner()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E0EB479-345F-84CB-CA3F-8EE7BAFD2305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593106" y="3739155"/>
            <a:ext cx="671558" cy="38055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3953A3A-75B8-9DD4-B8E3-EDC5C5667084}"/>
              </a:ext>
            </a:extLst>
          </p:cNvPr>
          <p:cNvCxnSpPr>
            <a:cxnSpLocks/>
          </p:cNvCxnSpPr>
          <p:nvPr/>
        </p:nvCxnSpPr>
        <p:spPr>
          <a:xfrm>
            <a:off x="6065500" y="1318221"/>
            <a:ext cx="1205" cy="29664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1EB777-2A5F-6409-7CC5-C55F322E710D}"/>
              </a:ext>
            </a:extLst>
          </p:cNvPr>
          <p:cNvCxnSpPr>
            <a:cxnSpLocks/>
          </p:cNvCxnSpPr>
          <p:nvPr/>
        </p:nvCxnSpPr>
        <p:spPr>
          <a:xfrm>
            <a:off x="6038357" y="787437"/>
            <a:ext cx="17001" cy="26252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12F1A02-0CFD-E673-FA45-C6E5D31AF952}"/>
              </a:ext>
            </a:extLst>
          </p:cNvPr>
          <p:cNvSpPr/>
          <p:nvPr/>
        </p:nvSpPr>
        <p:spPr>
          <a:xfrm>
            <a:off x="5976351" y="796958"/>
            <a:ext cx="138720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PageDto&lt;Agent&gt;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2DAD631-7A0B-8E54-F3C3-3D4ACC7B1BCD}"/>
              </a:ext>
            </a:extLst>
          </p:cNvPr>
          <p:cNvSpPr/>
          <p:nvPr/>
        </p:nvSpPr>
        <p:spPr>
          <a:xfrm>
            <a:off x="6005158" y="1386340"/>
            <a:ext cx="1215797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Page&lt;Agent&gt;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2FE584-F485-CA15-97E4-B39659A1C312}"/>
              </a:ext>
            </a:extLst>
          </p:cNvPr>
          <p:cNvSpPr/>
          <p:nvPr/>
        </p:nvSpPr>
        <p:spPr>
          <a:xfrm>
            <a:off x="4094489" y="1362415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ListAgentsQuery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149A2D2-C4F4-461C-1795-04A1A3BB96F0}"/>
              </a:ext>
            </a:extLst>
          </p:cNvPr>
          <p:cNvSpPr/>
          <p:nvPr/>
        </p:nvSpPr>
        <p:spPr>
          <a:xfrm>
            <a:off x="4958503" y="3002121"/>
            <a:ext cx="653073" cy="2200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Agent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DFF78AC9-61B8-B1DA-F865-CCC54E205F8D}"/>
              </a:ext>
            </a:extLst>
          </p:cNvPr>
          <p:cNvSpPr/>
          <p:nvPr/>
        </p:nvSpPr>
        <p:spPr>
          <a:xfrm>
            <a:off x="8819746" y="4706952"/>
            <a:ext cx="450829" cy="564299"/>
          </a:xfrm>
          <a:prstGeom prst="ca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3791CA5-935D-893E-447F-C81228F127C8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7518502" y="4245879"/>
            <a:ext cx="85447" cy="6489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E6117F56-4A69-BEA3-5028-F7EE91936BA4}"/>
              </a:ext>
            </a:extLst>
          </p:cNvPr>
          <p:cNvSpPr/>
          <p:nvPr/>
        </p:nvSpPr>
        <p:spPr>
          <a:xfrm>
            <a:off x="5319044" y="5143500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Infra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8C673FF-81F9-A6C4-D48D-038EFB926B49}"/>
              </a:ext>
            </a:extLst>
          </p:cNvPr>
          <p:cNvSpPr/>
          <p:nvPr/>
        </p:nvSpPr>
        <p:spPr>
          <a:xfrm>
            <a:off x="5319044" y="4533894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App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626CE48-51C3-2656-627C-5442270F52C4}"/>
              </a:ext>
            </a:extLst>
          </p:cNvPr>
          <p:cNvSpPr/>
          <p:nvPr/>
        </p:nvSpPr>
        <p:spPr>
          <a:xfrm>
            <a:off x="5196872" y="3837295"/>
            <a:ext cx="993653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E4E891BE-56FE-5B43-4B9F-DB3331966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12" y="227915"/>
            <a:ext cx="342163" cy="34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F4B4DC-6AB8-1BB9-A738-A339F06942E2}"/>
              </a:ext>
            </a:extLst>
          </p:cNvPr>
          <p:cNvSpPr txBox="1"/>
          <p:nvPr/>
        </p:nvSpPr>
        <p:spPr>
          <a:xfrm>
            <a:off x="1065475" y="946205"/>
            <a:ext cx="219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Get agents use case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1840AF-A720-7107-F4F5-6BEBCFCBFC5C}"/>
              </a:ext>
            </a:extLst>
          </p:cNvPr>
          <p:cNvSpPr/>
          <p:nvPr/>
        </p:nvSpPr>
        <p:spPr>
          <a:xfrm rot="17785740">
            <a:off x="6913398" y="4232128"/>
            <a:ext cx="1634939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AgentJpaRepositoryIF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11C74E-D96A-8480-7BE7-EE3997A878F7}"/>
              </a:ext>
            </a:extLst>
          </p:cNvPr>
          <p:cNvCxnSpPr>
            <a:cxnSpLocks/>
            <a:stCxn id="36" idx="2"/>
            <a:endCxn id="51" idx="0"/>
          </p:cNvCxnSpPr>
          <p:nvPr/>
        </p:nvCxnSpPr>
        <p:spPr>
          <a:xfrm>
            <a:off x="7857787" y="4436943"/>
            <a:ext cx="232586" cy="13911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2BC5A6B-9E42-519C-2A72-819A049E2ED2}"/>
              </a:ext>
            </a:extLst>
          </p:cNvPr>
          <p:cNvCxnSpPr>
            <a:cxnSpLocks/>
            <a:stCxn id="51" idx="2"/>
            <a:endCxn id="73" idx="2"/>
          </p:cNvCxnSpPr>
          <p:nvPr/>
        </p:nvCxnSpPr>
        <p:spPr>
          <a:xfrm>
            <a:off x="8344211" y="4702220"/>
            <a:ext cx="475535" cy="28688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>
            <a:extLst>
              <a:ext uri="{FF2B5EF4-FFF2-40B4-BE49-F238E27FC236}">
                <a16:creationId xmlns:a16="http://schemas.microsoft.com/office/drawing/2014/main" id="{8F164AE0-418B-0114-3280-F9DFCDF699F4}"/>
              </a:ext>
            </a:extLst>
          </p:cNvPr>
          <p:cNvSpPr/>
          <p:nvPr/>
        </p:nvSpPr>
        <p:spPr>
          <a:xfrm>
            <a:off x="2401295" y="748324"/>
            <a:ext cx="6548344" cy="5361352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F3BBCF-F6AB-239D-96AD-144771006E89}"/>
              </a:ext>
            </a:extLst>
          </p:cNvPr>
          <p:cNvSpPr/>
          <p:nvPr/>
        </p:nvSpPr>
        <p:spPr>
          <a:xfrm rot="17785740">
            <a:off x="7294562" y="4497405"/>
            <a:ext cx="184546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JpaRepositoryAdapter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2CDD813-0ED8-0868-10D7-AD0D123C21F2}"/>
              </a:ext>
            </a:extLst>
          </p:cNvPr>
          <p:cNvSpPr/>
          <p:nvPr/>
        </p:nvSpPr>
        <p:spPr>
          <a:xfrm>
            <a:off x="5319044" y="5685495"/>
            <a:ext cx="93068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Spring</a:t>
            </a:r>
          </a:p>
        </p:txBody>
      </p:sp>
    </p:spTree>
    <p:extLst>
      <p:ext uri="{BB962C8B-B14F-4D97-AF65-F5344CB8AC3E}">
        <p14:creationId xmlns:p14="http://schemas.microsoft.com/office/powerpoint/2010/main" val="366027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27FD-12C6-337E-5F10-107F11BA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exagon 77">
            <a:extLst>
              <a:ext uri="{FF2B5EF4-FFF2-40B4-BE49-F238E27FC236}">
                <a16:creationId xmlns:a16="http://schemas.microsoft.com/office/drawing/2014/main" id="{85569E3A-6FFC-3E46-BDA6-82C110857820}"/>
              </a:ext>
            </a:extLst>
          </p:cNvPr>
          <p:cNvSpPr/>
          <p:nvPr/>
        </p:nvSpPr>
        <p:spPr>
          <a:xfrm>
            <a:off x="3054644" y="1102021"/>
            <a:ext cx="5310127" cy="4392516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0A1E83-C57C-6D9D-5D83-F1548D7E4FAB}"/>
              </a:ext>
            </a:extLst>
          </p:cNvPr>
          <p:cNvGrpSpPr/>
          <p:nvPr/>
        </p:nvGrpSpPr>
        <p:grpSpPr>
          <a:xfrm>
            <a:off x="3789094" y="1099102"/>
            <a:ext cx="3840480" cy="4006424"/>
            <a:chOff x="3511296" y="681028"/>
            <a:chExt cx="3840480" cy="4006424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7BC0D218-46F3-446B-5F60-1171A79F4A10}"/>
                </a:ext>
              </a:extLst>
            </p:cNvPr>
            <p:cNvSpPr/>
            <p:nvPr/>
          </p:nvSpPr>
          <p:spPr>
            <a:xfrm>
              <a:off x="3511296" y="1234440"/>
              <a:ext cx="3840480" cy="3310759"/>
            </a:xfrm>
            <a:prstGeom prst="hexagon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6DB63BD-73AA-76EF-7DBF-D76416B2453C}"/>
                </a:ext>
              </a:extLst>
            </p:cNvPr>
            <p:cNvGrpSpPr/>
            <p:nvPr/>
          </p:nvGrpSpPr>
          <p:grpSpPr>
            <a:xfrm>
              <a:off x="4295743" y="1901629"/>
              <a:ext cx="2264705" cy="2077393"/>
              <a:chOff x="4086193" y="1743403"/>
              <a:chExt cx="2652553" cy="2433166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F08E1474-A87F-BFE0-06B4-A7609ABABD92}"/>
                  </a:ext>
                </a:extLst>
              </p:cNvPr>
              <p:cNvSpPr/>
              <p:nvPr/>
            </p:nvSpPr>
            <p:spPr>
              <a:xfrm>
                <a:off x="4086193" y="1743403"/>
                <a:ext cx="2652553" cy="2286684"/>
              </a:xfrm>
              <a:prstGeom prst="hexagon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C11744D-F044-8C70-CDFE-125FF8D7C551}"/>
                  </a:ext>
                </a:extLst>
              </p:cNvPr>
              <p:cNvSpPr/>
              <p:nvPr/>
            </p:nvSpPr>
            <p:spPr>
              <a:xfrm rot="17806740">
                <a:off x="5495875" y="3206040"/>
                <a:ext cx="1665426" cy="2756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1"/>
                  <a:t>AgentRepositoryIF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731222-5BCA-0D42-636E-3FE4B5D7A0EA}"/>
                </a:ext>
              </a:extLst>
            </p:cNvPr>
            <p:cNvSpPr/>
            <p:nvPr/>
          </p:nvSpPr>
          <p:spPr>
            <a:xfrm rot="17785740">
              <a:off x="6191055" y="3622990"/>
              <a:ext cx="1845460" cy="283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AgentRepositoryAdapter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4470E7-C1EA-47E3-FA94-A0E221C13672}"/>
                </a:ext>
              </a:extLst>
            </p:cNvPr>
            <p:cNvSpPr/>
            <p:nvPr/>
          </p:nvSpPr>
          <p:spPr>
            <a:xfrm>
              <a:off x="4636108" y="1601643"/>
              <a:ext cx="1513932" cy="19836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CreateAgentService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D72DFC-36C1-31BD-0DE0-451C1F450238}"/>
                </a:ext>
              </a:extLst>
            </p:cNvPr>
            <p:cNvSpPr/>
            <p:nvPr/>
          </p:nvSpPr>
          <p:spPr>
            <a:xfrm>
              <a:off x="4755160" y="681028"/>
              <a:ext cx="1371026" cy="208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AgentController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961490E-07A0-E14E-096D-C812CE919C7A}"/>
              </a:ext>
            </a:extLst>
          </p:cNvPr>
          <p:cNvSpPr/>
          <p:nvPr/>
        </p:nvSpPr>
        <p:spPr>
          <a:xfrm>
            <a:off x="4795842" y="1643739"/>
            <a:ext cx="1738925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CreateAgentUseCaseIF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2EA78-4E86-E2F8-8C5B-A56267ACFF1C}"/>
              </a:ext>
            </a:extLst>
          </p:cNvPr>
          <p:cNvSpPr/>
          <p:nvPr/>
        </p:nvSpPr>
        <p:spPr>
          <a:xfrm>
            <a:off x="5021822" y="563918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Frontend 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068E9C-038A-65CE-4E38-9EC899C31679}"/>
              </a:ext>
            </a:extLst>
          </p:cNvPr>
          <p:cNvCxnSpPr>
            <a:cxnSpLocks/>
          </p:cNvCxnSpPr>
          <p:nvPr/>
        </p:nvCxnSpPr>
        <p:spPr>
          <a:xfrm>
            <a:off x="5427729" y="811764"/>
            <a:ext cx="5029" cy="254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2147BA-4328-0F71-337B-1CC2865368F9}"/>
              </a:ext>
            </a:extLst>
          </p:cNvPr>
          <p:cNvSpPr/>
          <p:nvPr/>
        </p:nvSpPr>
        <p:spPr>
          <a:xfrm>
            <a:off x="3348605" y="797093"/>
            <a:ext cx="215343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POST /agents (AgentRequest)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A2D8B5-55A9-129C-3C50-CB560C4FCCBC}"/>
              </a:ext>
            </a:extLst>
          </p:cNvPr>
          <p:cNvCxnSpPr>
            <a:cxnSpLocks/>
          </p:cNvCxnSpPr>
          <p:nvPr/>
        </p:nvCxnSpPr>
        <p:spPr>
          <a:xfrm>
            <a:off x="5427729" y="1322670"/>
            <a:ext cx="1205" cy="296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B7FBF1-12D1-868C-9D35-79E27FD1D87F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>
            <a:off x="5665305" y="1885756"/>
            <a:ext cx="5567" cy="13396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7573257-99FB-0178-C874-083B80777799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5319423" y="2569534"/>
            <a:ext cx="1415041" cy="7121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7DD313A-6202-FF46-12EE-851924808AC2}"/>
              </a:ext>
            </a:extLst>
          </p:cNvPr>
          <p:cNvSpPr/>
          <p:nvPr/>
        </p:nvSpPr>
        <p:spPr>
          <a:xfrm>
            <a:off x="5611497" y="2289769"/>
            <a:ext cx="1439360" cy="803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validateTool</a:t>
            </a:r>
          </a:p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validateMcp</a:t>
            </a:r>
          </a:p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validateTeam</a:t>
            </a:r>
          </a:p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Agent=save(Agent)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52677-4380-8EDE-C197-DF19C869EFD4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593106" y="3739155"/>
            <a:ext cx="671558" cy="38055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99984CA-1BFD-E42A-C5DA-B17C34787700}"/>
              </a:ext>
            </a:extLst>
          </p:cNvPr>
          <p:cNvCxnSpPr>
            <a:cxnSpLocks/>
          </p:cNvCxnSpPr>
          <p:nvPr/>
        </p:nvCxnSpPr>
        <p:spPr>
          <a:xfrm>
            <a:off x="6065500" y="1318221"/>
            <a:ext cx="1205" cy="29664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930A2A7-9FB0-6871-01FF-3841C8882D81}"/>
              </a:ext>
            </a:extLst>
          </p:cNvPr>
          <p:cNvCxnSpPr>
            <a:cxnSpLocks/>
          </p:cNvCxnSpPr>
          <p:nvPr/>
        </p:nvCxnSpPr>
        <p:spPr>
          <a:xfrm>
            <a:off x="6038357" y="787437"/>
            <a:ext cx="17001" cy="26252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A306F24-C176-0AE7-4031-E5CAAE87DC5F}"/>
              </a:ext>
            </a:extLst>
          </p:cNvPr>
          <p:cNvSpPr/>
          <p:nvPr/>
        </p:nvSpPr>
        <p:spPr>
          <a:xfrm>
            <a:off x="5976351" y="796958"/>
            <a:ext cx="1244604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AgentResponse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B237877-F106-6E72-016D-ADA358E05A3C}"/>
              </a:ext>
            </a:extLst>
          </p:cNvPr>
          <p:cNvSpPr/>
          <p:nvPr/>
        </p:nvSpPr>
        <p:spPr>
          <a:xfrm>
            <a:off x="5986216" y="1371084"/>
            <a:ext cx="793597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Agent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321A769-79FA-1303-01FB-77B9A5BCD219}"/>
              </a:ext>
            </a:extLst>
          </p:cNvPr>
          <p:cNvSpPr/>
          <p:nvPr/>
        </p:nvSpPr>
        <p:spPr>
          <a:xfrm>
            <a:off x="4237427" y="1346168"/>
            <a:ext cx="1738924" cy="227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CreateAgentCommand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CA6782E-DAAE-D31D-A03A-62AF16963310}"/>
              </a:ext>
            </a:extLst>
          </p:cNvPr>
          <p:cNvSpPr/>
          <p:nvPr/>
        </p:nvSpPr>
        <p:spPr>
          <a:xfrm>
            <a:off x="4958503" y="3078543"/>
            <a:ext cx="653073" cy="20825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Agent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11F8C6CF-2E92-733A-E4AC-55CD427803DA}"/>
              </a:ext>
            </a:extLst>
          </p:cNvPr>
          <p:cNvSpPr/>
          <p:nvPr/>
        </p:nvSpPr>
        <p:spPr>
          <a:xfrm>
            <a:off x="8819746" y="4706952"/>
            <a:ext cx="450829" cy="564299"/>
          </a:xfrm>
          <a:prstGeom prst="ca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4DF110B-0922-CC04-1613-87C77834423D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7518502" y="4245879"/>
            <a:ext cx="85447" cy="6489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5F3C296F-F0B0-1A65-9C2A-4AB54870CF20}"/>
              </a:ext>
            </a:extLst>
          </p:cNvPr>
          <p:cNvSpPr/>
          <p:nvPr/>
        </p:nvSpPr>
        <p:spPr>
          <a:xfrm>
            <a:off x="5319044" y="5143500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Infra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322A39E-6994-3AEB-16F9-F188F84EA293}"/>
              </a:ext>
            </a:extLst>
          </p:cNvPr>
          <p:cNvSpPr/>
          <p:nvPr/>
        </p:nvSpPr>
        <p:spPr>
          <a:xfrm>
            <a:off x="5319044" y="4533894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App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BE6A463-ED39-5A88-BC52-22C050F6D4D7}"/>
              </a:ext>
            </a:extLst>
          </p:cNvPr>
          <p:cNvSpPr/>
          <p:nvPr/>
        </p:nvSpPr>
        <p:spPr>
          <a:xfrm>
            <a:off x="5196872" y="3837295"/>
            <a:ext cx="993653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2D6E2208-2164-F965-3D1C-EBC44B80D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12" y="227915"/>
            <a:ext cx="342163" cy="34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137FB3-A7BE-1046-2BEE-DFB4E2E04870}"/>
              </a:ext>
            </a:extLst>
          </p:cNvPr>
          <p:cNvSpPr txBox="1"/>
          <p:nvPr/>
        </p:nvSpPr>
        <p:spPr>
          <a:xfrm>
            <a:off x="1065475" y="946205"/>
            <a:ext cx="239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Create agent use case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CCA367-4ABF-B073-3DBD-65D26DB46934}"/>
              </a:ext>
            </a:extLst>
          </p:cNvPr>
          <p:cNvSpPr/>
          <p:nvPr/>
        </p:nvSpPr>
        <p:spPr>
          <a:xfrm rot="17785740">
            <a:off x="6913398" y="4232128"/>
            <a:ext cx="1634939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AgentJpaRepositoryIF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90B1787-4C7C-D6E2-5F74-A462AEA13B2D}"/>
              </a:ext>
            </a:extLst>
          </p:cNvPr>
          <p:cNvCxnSpPr>
            <a:cxnSpLocks/>
            <a:stCxn id="36" idx="2"/>
            <a:endCxn id="51" idx="0"/>
          </p:cNvCxnSpPr>
          <p:nvPr/>
        </p:nvCxnSpPr>
        <p:spPr>
          <a:xfrm>
            <a:off x="7857787" y="4436943"/>
            <a:ext cx="232586" cy="13911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A3515E-ADB5-61BB-6899-D8F471777B6B}"/>
              </a:ext>
            </a:extLst>
          </p:cNvPr>
          <p:cNvCxnSpPr>
            <a:cxnSpLocks/>
            <a:stCxn id="51" idx="2"/>
            <a:endCxn id="73" idx="2"/>
          </p:cNvCxnSpPr>
          <p:nvPr/>
        </p:nvCxnSpPr>
        <p:spPr>
          <a:xfrm>
            <a:off x="8344211" y="4702220"/>
            <a:ext cx="475535" cy="28688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>
            <a:extLst>
              <a:ext uri="{FF2B5EF4-FFF2-40B4-BE49-F238E27FC236}">
                <a16:creationId xmlns:a16="http://schemas.microsoft.com/office/drawing/2014/main" id="{7BB15D64-14C3-1D8D-45C8-C49265F6078D}"/>
              </a:ext>
            </a:extLst>
          </p:cNvPr>
          <p:cNvSpPr/>
          <p:nvPr/>
        </p:nvSpPr>
        <p:spPr>
          <a:xfrm>
            <a:off x="2401295" y="748324"/>
            <a:ext cx="6548344" cy="5361352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D6EE1D-75AB-B01E-6CEC-32ADAEA1E1D7}"/>
              </a:ext>
            </a:extLst>
          </p:cNvPr>
          <p:cNvSpPr/>
          <p:nvPr/>
        </p:nvSpPr>
        <p:spPr>
          <a:xfrm rot="17785740">
            <a:off x="7294562" y="4497405"/>
            <a:ext cx="184546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JpaRepositoryAdapter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E5786DA-D320-816E-277E-293772C0014F}"/>
              </a:ext>
            </a:extLst>
          </p:cNvPr>
          <p:cNvSpPr/>
          <p:nvPr/>
        </p:nvSpPr>
        <p:spPr>
          <a:xfrm>
            <a:off x="5319044" y="5685495"/>
            <a:ext cx="93068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Spring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02397F-E2F5-189E-C26D-E6EB10481CB2}"/>
              </a:ext>
            </a:extLst>
          </p:cNvPr>
          <p:cNvSpPr/>
          <p:nvPr/>
        </p:nvSpPr>
        <p:spPr>
          <a:xfrm rot="17817417">
            <a:off x="3394596" y="2444150"/>
            <a:ext cx="1826951" cy="23533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ToolReferenceValidatorIF</a:t>
            </a: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27C702-96A2-9BBD-C4B5-7AAB7FB52914}"/>
              </a:ext>
            </a:extLst>
          </p:cNvPr>
          <p:cNvSpPr/>
          <p:nvPr/>
        </p:nvSpPr>
        <p:spPr>
          <a:xfrm rot="17787211">
            <a:off x="2604598" y="2116953"/>
            <a:ext cx="2325674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CatalogToolReferenceValidator</a:t>
            </a:r>
            <a:endParaRPr lang="en-US" sz="1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9EDB37-B6DA-F35A-43D6-F57D41519754}"/>
              </a:ext>
            </a:extLst>
          </p:cNvPr>
          <p:cNvCxnSpPr>
            <a:cxnSpLocks/>
            <a:stCxn id="26" idx="2"/>
            <a:endCxn id="25" idx="0"/>
          </p:cNvCxnSpPr>
          <p:nvPr/>
        </p:nvCxnSpPr>
        <p:spPr>
          <a:xfrm>
            <a:off x="3894327" y="2321823"/>
            <a:ext cx="308864" cy="18665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AF2B2D6-9919-2E1E-1CD5-F72A25806636}"/>
              </a:ext>
            </a:extLst>
          </p:cNvPr>
          <p:cNvCxnSpPr>
            <a:stCxn id="10" idx="1"/>
            <a:endCxn id="25" idx="2"/>
          </p:cNvCxnSpPr>
          <p:nvPr/>
        </p:nvCxnSpPr>
        <p:spPr>
          <a:xfrm rot="10800000" flipV="1">
            <a:off x="4412952" y="2118901"/>
            <a:ext cx="500954" cy="496253"/>
          </a:xfrm>
          <a:prstGeom prst="bentConnector5">
            <a:avLst>
              <a:gd name="adj1" fmla="val 45633"/>
              <a:gd name="adj2" fmla="val 100446"/>
              <a:gd name="adj3" fmla="val 543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C3FC823-7C09-D826-3464-FA54F2634C95}"/>
              </a:ext>
            </a:extLst>
          </p:cNvPr>
          <p:cNvSpPr/>
          <p:nvPr/>
        </p:nvSpPr>
        <p:spPr>
          <a:xfrm rot="3848326">
            <a:off x="3331661" y="4129095"/>
            <a:ext cx="1952821" cy="23533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McpReferenceValidatorIF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C60678-99FF-F61D-A2A9-AA749B515CC1}"/>
              </a:ext>
            </a:extLst>
          </p:cNvPr>
          <p:cNvSpPr/>
          <p:nvPr/>
        </p:nvSpPr>
        <p:spPr>
          <a:xfrm rot="3910798">
            <a:off x="2509653" y="4278518"/>
            <a:ext cx="2325674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CatalogMcpReferenceValidator</a:t>
            </a:r>
            <a:endParaRPr lang="en-US" sz="1200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BB99154-C492-25A3-C479-81E1D393EDBD}"/>
              </a:ext>
            </a:extLst>
          </p:cNvPr>
          <p:cNvCxnSpPr>
            <a:cxnSpLocks/>
            <a:stCxn id="10" idx="1"/>
            <a:endCxn id="12" idx="2"/>
          </p:cNvCxnSpPr>
          <p:nvPr/>
        </p:nvCxnSpPr>
        <p:spPr>
          <a:xfrm rot="10800000" flipV="1">
            <a:off x="4202192" y="2118901"/>
            <a:ext cx="711715" cy="2179183"/>
          </a:xfrm>
          <a:prstGeom prst="bentConnector3">
            <a:avLst>
              <a:gd name="adj1" fmla="val 25443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41ECED-E178-0E1F-DCCB-E1C007C665E2}"/>
              </a:ext>
            </a:extLst>
          </p:cNvPr>
          <p:cNvCxnSpPr>
            <a:cxnSpLocks/>
            <a:stCxn id="17" idx="2"/>
            <a:endCxn id="12" idx="0"/>
          </p:cNvCxnSpPr>
          <p:nvPr/>
        </p:nvCxnSpPr>
        <p:spPr>
          <a:xfrm flipV="1">
            <a:off x="3543850" y="4195436"/>
            <a:ext cx="870103" cy="28430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70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8BDF-C32D-4722-AC87-08E250F3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exagon 77">
            <a:extLst>
              <a:ext uri="{FF2B5EF4-FFF2-40B4-BE49-F238E27FC236}">
                <a16:creationId xmlns:a16="http://schemas.microsoft.com/office/drawing/2014/main" id="{A9B4FB52-CC06-D046-BCA2-04F16859C15F}"/>
              </a:ext>
            </a:extLst>
          </p:cNvPr>
          <p:cNvSpPr/>
          <p:nvPr/>
        </p:nvSpPr>
        <p:spPr>
          <a:xfrm>
            <a:off x="3054644" y="1102021"/>
            <a:ext cx="5310127" cy="4392516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8E157B-43F3-3D8B-85A4-051364246874}"/>
              </a:ext>
            </a:extLst>
          </p:cNvPr>
          <p:cNvGrpSpPr/>
          <p:nvPr/>
        </p:nvGrpSpPr>
        <p:grpSpPr>
          <a:xfrm>
            <a:off x="3789094" y="1099102"/>
            <a:ext cx="3840480" cy="4248639"/>
            <a:chOff x="3511296" y="681028"/>
            <a:chExt cx="3840480" cy="4248639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97E9D6D1-D879-20AD-E8A5-B40EE61FBA8E}"/>
                </a:ext>
              </a:extLst>
            </p:cNvPr>
            <p:cNvSpPr/>
            <p:nvPr/>
          </p:nvSpPr>
          <p:spPr>
            <a:xfrm>
              <a:off x="3511296" y="1234440"/>
              <a:ext cx="3840480" cy="3310759"/>
            </a:xfrm>
            <a:prstGeom prst="hexagon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B9D14EF-BE30-FDCF-E60B-65A3A3176AC2}"/>
                </a:ext>
              </a:extLst>
            </p:cNvPr>
            <p:cNvGrpSpPr/>
            <p:nvPr/>
          </p:nvGrpSpPr>
          <p:grpSpPr>
            <a:xfrm>
              <a:off x="4295743" y="1901629"/>
              <a:ext cx="2264705" cy="2305068"/>
              <a:chOff x="4086193" y="1743403"/>
              <a:chExt cx="2652553" cy="2699832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80670A7A-8529-24B7-0A04-64CFD5CAEE7B}"/>
                  </a:ext>
                </a:extLst>
              </p:cNvPr>
              <p:cNvSpPr/>
              <p:nvPr/>
            </p:nvSpPr>
            <p:spPr>
              <a:xfrm>
                <a:off x="4086193" y="1743403"/>
                <a:ext cx="2652553" cy="2286684"/>
              </a:xfrm>
              <a:prstGeom prst="hexagon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EAC539-B567-8210-9662-82C46FDEAA16}"/>
                  </a:ext>
                </a:extLst>
              </p:cNvPr>
              <p:cNvSpPr/>
              <p:nvPr/>
            </p:nvSpPr>
            <p:spPr>
              <a:xfrm rot="17806740">
                <a:off x="5232607" y="3194407"/>
                <a:ext cx="2222024" cy="2756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1"/>
                  <a:t>ConversationRepositoryIF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380376-FBCE-9526-FA13-98165B80C1DA}"/>
                </a:ext>
              </a:extLst>
            </p:cNvPr>
            <p:cNvSpPr/>
            <p:nvPr/>
          </p:nvSpPr>
          <p:spPr>
            <a:xfrm rot="17785740">
              <a:off x="5895540" y="3608136"/>
              <a:ext cx="2359599" cy="283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ConversationRepositoryAdapter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6B3F34-90C5-E89F-B1BA-6CEABA0319D2}"/>
                </a:ext>
              </a:extLst>
            </p:cNvPr>
            <p:cNvSpPr/>
            <p:nvPr/>
          </p:nvSpPr>
          <p:spPr>
            <a:xfrm>
              <a:off x="4492987" y="1633447"/>
              <a:ext cx="1876507" cy="198369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ListConversationsService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DAC20D-1BDC-EA18-2D18-7C50CD042D18}"/>
                </a:ext>
              </a:extLst>
            </p:cNvPr>
            <p:cNvSpPr/>
            <p:nvPr/>
          </p:nvSpPr>
          <p:spPr>
            <a:xfrm>
              <a:off x="4540693" y="681028"/>
              <a:ext cx="1809400" cy="208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ConversationsController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13BEBC-F2D4-A203-ECB8-A1673AB5D0DD}"/>
              </a:ext>
            </a:extLst>
          </p:cNvPr>
          <p:cNvSpPr/>
          <p:nvPr/>
        </p:nvSpPr>
        <p:spPr>
          <a:xfrm>
            <a:off x="4636817" y="1643739"/>
            <a:ext cx="2120588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ListConversationsUseCaseIF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7E46F8-CD13-5452-87AF-8170BB5A17F0}"/>
              </a:ext>
            </a:extLst>
          </p:cNvPr>
          <p:cNvSpPr/>
          <p:nvPr/>
        </p:nvSpPr>
        <p:spPr>
          <a:xfrm>
            <a:off x="5021822" y="563918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Frontend 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F8F955-4E86-D863-1E99-CC9C1CB2DB1B}"/>
              </a:ext>
            </a:extLst>
          </p:cNvPr>
          <p:cNvCxnSpPr>
            <a:cxnSpLocks/>
          </p:cNvCxnSpPr>
          <p:nvPr/>
        </p:nvCxnSpPr>
        <p:spPr>
          <a:xfrm>
            <a:off x="5427729" y="811764"/>
            <a:ext cx="5029" cy="254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6981DDA-E621-4E4D-4495-13D4C95F085B}"/>
              </a:ext>
            </a:extLst>
          </p:cNvPr>
          <p:cNvSpPr/>
          <p:nvPr/>
        </p:nvSpPr>
        <p:spPr>
          <a:xfrm>
            <a:off x="3079779" y="805493"/>
            <a:ext cx="238573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GET /conversations?pageSize=20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8DFE60-1396-161D-E303-217CEE9CABFA}"/>
              </a:ext>
            </a:extLst>
          </p:cNvPr>
          <p:cNvCxnSpPr>
            <a:cxnSpLocks/>
          </p:cNvCxnSpPr>
          <p:nvPr/>
        </p:nvCxnSpPr>
        <p:spPr>
          <a:xfrm>
            <a:off x="5427729" y="1322670"/>
            <a:ext cx="1205" cy="296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723834-19A5-A58E-8508-EDA9E62D108D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>
            <a:off x="5697111" y="1885756"/>
            <a:ext cx="11928" cy="1657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912A1BE-460D-E0B6-718F-6D67A66DA639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5365791" y="2593138"/>
            <a:ext cx="1373305" cy="686808"/>
          </a:xfrm>
          <a:prstGeom prst="bentConnector4">
            <a:avLst>
              <a:gd name="adj1" fmla="val 99997"/>
              <a:gd name="adj2" fmla="val 667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D7CA329-5970-CBFE-4917-85F38C09D33C}"/>
              </a:ext>
            </a:extLst>
          </p:cNvPr>
          <p:cNvSpPr/>
          <p:nvPr/>
        </p:nvSpPr>
        <p:spPr>
          <a:xfrm>
            <a:off x="5149288" y="2576064"/>
            <a:ext cx="219456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Conversations=listByOwner()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9F65D1-D953-33B8-683C-A950BD5AB445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605939" y="3729223"/>
            <a:ext cx="620280" cy="37563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024AEA-F5A7-29DE-1A2C-F7E0BD708611}"/>
              </a:ext>
            </a:extLst>
          </p:cNvPr>
          <p:cNvCxnSpPr>
            <a:cxnSpLocks/>
          </p:cNvCxnSpPr>
          <p:nvPr/>
        </p:nvCxnSpPr>
        <p:spPr>
          <a:xfrm>
            <a:off x="6065500" y="1318221"/>
            <a:ext cx="1205" cy="29664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EB6877E-97D6-F721-04B2-96CFA45B825D}"/>
              </a:ext>
            </a:extLst>
          </p:cNvPr>
          <p:cNvCxnSpPr>
            <a:cxnSpLocks/>
          </p:cNvCxnSpPr>
          <p:nvPr/>
        </p:nvCxnSpPr>
        <p:spPr>
          <a:xfrm>
            <a:off x="6038357" y="787437"/>
            <a:ext cx="17001" cy="26252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1E559AF-4B1B-A486-AF72-EF8BF0FEF22E}"/>
              </a:ext>
            </a:extLst>
          </p:cNvPr>
          <p:cNvSpPr/>
          <p:nvPr/>
        </p:nvSpPr>
        <p:spPr>
          <a:xfrm>
            <a:off x="6009107" y="812122"/>
            <a:ext cx="2482842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PageDto&lt;ConversationResponse&gt;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B5B6AE5-23FD-5A64-01D2-C8CB94A28EBC}"/>
              </a:ext>
            </a:extLst>
          </p:cNvPr>
          <p:cNvSpPr/>
          <p:nvPr/>
        </p:nvSpPr>
        <p:spPr>
          <a:xfrm>
            <a:off x="6005158" y="1386340"/>
            <a:ext cx="162441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Page&lt;Conversation&gt;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27E536-88E9-881D-D335-59028C37C284}"/>
              </a:ext>
            </a:extLst>
          </p:cNvPr>
          <p:cNvSpPr/>
          <p:nvPr/>
        </p:nvSpPr>
        <p:spPr>
          <a:xfrm>
            <a:off x="3656115" y="1362415"/>
            <a:ext cx="180940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ListConversationsQuery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6711CCF-B019-59C9-2B1E-A3E5DFDD05FD}"/>
              </a:ext>
            </a:extLst>
          </p:cNvPr>
          <p:cNvSpPr/>
          <p:nvPr/>
        </p:nvSpPr>
        <p:spPr>
          <a:xfrm>
            <a:off x="4547195" y="2975281"/>
            <a:ext cx="1088137" cy="2200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38040973-60A9-0ECD-1E82-161AE6B830D4}"/>
              </a:ext>
            </a:extLst>
          </p:cNvPr>
          <p:cNvSpPr/>
          <p:nvPr/>
        </p:nvSpPr>
        <p:spPr>
          <a:xfrm>
            <a:off x="8819746" y="4706952"/>
            <a:ext cx="450829" cy="564299"/>
          </a:xfrm>
          <a:prstGeom prst="ca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108665-B973-AAE8-40EC-3CD6B18DE368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7480057" y="4231025"/>
            <a:ext cx="124482" cy="785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75786B5A-306B-E181-F9DE-CFC48CDD9D09}"/>
              </a:ext>
            </a:extLst>
          </p:cNvPr>
          <p:cNvSpPr/>
          <p:nvPr/>
        </p:nvSpPr>
        <p:spPr>
          <a:xfrm>
            <a:off x="5319044" y="5143500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Infra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6A97442-1ED6-865D-C1CD-EF813BCBF3B3}"/>
              </a:ext>
            </a:extLst>
          </p:cNvPr>
          <p:cNvSpPr/>
          <p:nvPr/>
        </p:nvSpPr>
        <p:spPr>
          <a:xfrm>
            <a:off x="5319044" y="4533894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App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17A2CBF-AD03-FF73-BFCB-4C1DE772AD66}"/>
              </a:ext>
            </a:extLst>
          </p:cNvPr>
          <p:cNvSpPr/>
          <p:nvPr/>
        </p:nvSpPr>
        <p:spPr>
          <a:xfrm>
            <a:off x="5196872" y="3837295"/>
            <a:ext cx="993653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B9BB243C-C604-C33B-247C-8928736EB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12" y="227915"/>
            <a:ext cx="342163" cy="34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2CF584-795C-C33E-A0CD-8650F48E3132}"/>
              </a:ext>
            </a:extLst>
          </p:cNvPr>
          <p:cNvSpPr txBox="1"/>
          <p:nvPr/>
        </p:nvSpPr>
        <p:spPr>
          <a:xfrm>
            <a:off x="523742" y="1055409"/>
            <a:ext cx="2926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Get conversations use case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54E4C0-912B-72B6-8FD6-D594DA8D664A}"/>
              </a:ext>
            </a:extLst>
          </p:cNvPr>
          <p:cNvSpPr/>
          <p:nvPr/>
        </p:nvSpPr>
        <p:spPr>
          <a:xfrm rot="17785740">
            <a:off x="6672180" y="4230942"/>
            <a:ext cx="2118555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ConversationJpaRepositoryIF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D4CEC35-90A5-6E13-6440-0516AA5591EF}"/>
              </a:ext>
            </a:extLst>
          </p:cNvPr>
          <p:cNvCxnSpPr>
            <a:cxnSpLocks/>
            <a:stCxn id="36" idx="2"/>
            <a:endCxn id="51" idx="0"/>
          </p:cNvCxnSpPr>
          <p:nvPr/>
        </p:nvCxnSpPr>
        <p:spPr>
          <a:xfrm>
            <a:off x="7858377" y="4435757"/>
            <a:ext cx="231996" cy="14029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37A4C90-2A84-4CBB-3897-27AFE52A8247}"/>
              </a:ext>
            </a:extLst>
          </p:cNvPr>
          <p:cNvCxnSpPr>
            <a:cxnSpLocks/>
            <a:stCxn id="51" idx="2"/>
            <a:endCxn id="73" idx="2"/>
          </p:cNvCxnSpPr>
          <p:nvPr/>
        </p:nvCxnSpPr>
        <p:spPr>
          <a:xfrm>
            <a:off x="8344211" y="4702220"/>
            <a:ext cx="475535" cy="28688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>
            <a:extLst>
              <a:ext uri="{FF2B5EF4-FFF2-40B4-BE49-F238E27FC236}">
                <a16:creationId xmlns:a16="http://schemas.microsoft.com/office/drawing/2014/main" id="{9F4A7BD5-E123-8F70-F0FA-831B8B757A3C}"/>
              </a:ext>
            </a:extLst>
          </p:cNvPr>
          <p:cNvSpPr/>
          <p:nvPr/>
        </p:nvSpPr>
        <p:spPr>
          <a:xfrm>
            <a:off x="2401295" y="748324"/>
            <a:ext cx="6548344" cy="5361352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531C5E-0D36-17BA-F352-0FFE5AD97129}"/>
              </a:ext>
            </a:extLst>
          </p:cNvPr>
          <p:cNvSpPr/>
          <p:nvPr/>
        </p:nvSpPr>
        <p:spPr>
          <a:xfrm rot="17785740">
            <a:off x="7294562" y="4497405"/>
            <a:ext cx="184546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JpaRepositoryAdapter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FEBDB17-AA4E-F9E4-E7F5-9220D91A7271}"/>
              </a:ext>
            </a:extLst>
          </p:cNvPr>
          <p:cNvSpPr/>
          <p:nvPr/>
        </p:nvSpPr>
        <p:spPr>
          <a:xfrm>
            <a:off x="5319044" y="5685495"/>
            <a:ext cx="93068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Spring</a:t>
            </a:r>
          </a:p>
        </p:txBody>
      </p:sp>
    </p:spTree>
    <p:extLst>
      <p:ext uri="{BB962C8B-B14F-4D97-AF65-F5344CB8AC3E}">
        <p14:creationId xmlns:p14="http://schemas.microsoft.com/office/powerpoint/2010/main" val="2468421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62AEE-CF4F-1D6E-C06E-CF36A162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exagon 77">
            <a:extLst>
              <a:ext uri="{FF2B5EF4-FFF2-40B4-BE49-F238E27FC236}">
                <a16:creationId xmlns:a16="http://schemas.microsoft.com/office/drawing/2014/main" id="{D999A7E4-1664-4455-F26D-AEDDE384C843}"/>
              </a:ext>
            </a:extLst>
          </p:cNvPr>
          <p:cNvSpPr/>
          <p:nvPr/>
        </p:nvSpPr>
        <p:spPr>
          <a:xfrm>
            <a:off x="3054644" y="1102021"/>
            <a:ext cx="5310127" cy="4392516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A3C76EF-0507-F068-BD46-BAB848FF57A3}"/>
              </a:ext>
            </a:extLst>
          </p:cNvPr>
          <p:cNvGrpSpPr/>
          <p:nvPr/>
        </p:nvGrpSpPr>
        <p:grpSpPr>
          <a:xfrm>
            <a:off x="3789094" y="1099102"/>
            <a:ext cx="3840480" cy="4248639"/>
            <a:chOff x="3511296" y="681028"/>
            <a:chExt cx="3840480" cy="4248639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84D9DEA2-EE08-14E8-EB70-A88D5F510AE7}"/>
                </a:ext>
              </a:extLst>
            </p:cNvPr>
            <p:cNvSpPr/>
            <p:nvPr/>
          </p:nvSpPr>
          <p:spPr>
            <a:xfrm>
              <a:off x="3511296" y="1234440"/>
              <a:ext cx="3840480" cy="3310759"/>
            </a:xfrm>
            <a:prstGeom prst="hexagon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9E1193-5E8C-A078-2EC6-E1B69F8CEC9E}"/>
                </a:ext>
              </a:extLst>
            </p:cNvPr>
            <p:cNvGrpSpPr/>
            <p:nvPr/>
          </p:nvGrpSpPr>
          <p:grpSpPr>
            <a:xfrm>
              <a:off x="4295743" y="1901629"/>
              <a:ext cx="2264705" cy="2305068"/>
              <a:chOff x="4086193" y="1743403"/>
              <a:chExt cx="2652553" cy="2699832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FF982C8D-FCC2-33D9-B67E-967C4BF331D3}"/>
                  </a:ext>
                </a:extLst>
              </p:cNvPr>
              <p:cNvSpPr/>
              <p:nvPr/>
            </p:nvSpPr>
            <p:spPr>
              <a:xfrm>
                <a:off x="4086193" y="1743403"/>
                <a:ext cx="2652553" cy="2286684"/>
              </a:xfrm>
              <a:prstGeom prst="hexagon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63E4A4C-E813-B144-2C31-28BC8DFD68AD}"/>
                  </a:ext>
                </a:extLst>
              </p:cNvPr>
              <p:cNvSpPr/>
              <p:nvPr/>
            </p:nvSpPr>
            <p:spPr>
              <a:xfrm rot="17806740">
                <a:off x="5232607" y="3194407"/>
                <a:ext cx="2222024" cy="2756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1"/>
                  <a:t>ConversationRepositoryIF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9F65EB-0936-E7EF-DA12-7D30FBE22452}"/>
                </a:ext>
              </a:extLst>
            </p:cNvPr>
            <p:cNvSpPr/>
            <p:nvPr/>
          </p:nvSpPr>
          <p:spPr>
            <a:xfrm rot="17785740">
              <a:off x="5895540" y="3608136"/>
              <a:ext cx="2359599" cy="283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ConversationRepositoryAdapter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EAA9CA-4EA8-6EF9-5F12-0DFE6223782D}"/>
                </a:ext>
              </a:extLst>
            </p:cNvPr>
            <p:cNvSpPr/>
            <p:nvPr/>
          </p:nvSpPr>
          <p:spPr>
            <a:xfrm>
              <a:off x="4431362" y="1626727"/>
              <a:ext cx="1991943" cy="167852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StartConversationsService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F57F57-6ECA-BF0E-D707-62DD8C6ADE9C}"/>
                </a:ext>
              </a:extLst>
            </p:cNvPr>
            <p:cNvSpPr/>
            <p:nvPr/>
          </p:nvSpPr>
          <p:spPr>
            <a:xfrm>
              <a:off x="4540693" y="681028"/>
              <a:ext cx="1809400" cy="208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ConversationsController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454AC1E-7A77-8FCC-1156-183E4714FB00}"/>
              </a:ext>
            </a:extLst>
          </p:cNvPr>
          <p:cNvSpPr/>
          <p:nvPr/>
        </p:nvSpPr>
        <p:spPr>
          <a:xfrm>
            <a:off x="4609384" y="1643739"/>
            <a:ext cx="2199017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StartConversationsUseCaseIF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D8FBA-80CF-8D53-23D3-D3DE91FA841D}"/>
              </a:ext>
            </a:extLst>
          </p:cNvPr>
          <p:cNvSpPr/>
          <p:nvPr/>
        </p:nvSpPr>
        <p:spPr>
          <a:xfrm>
            <a:off x="5021822" y="563918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Frontend 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E100DD-4404-3DEE-6774-DDA7A0A1CE3D}"/>
              </a:ext>
            </a:extLst>
          </p:cNvPr>
          <p:cNvCxnSpPr>
            <a:cxnSpLocks/>
          </p:cNvCxnSpPr>
          <p:nvPr/>
        </p:nvCxnSpPr>
        <p:spPr>
          <a:xfrm>
            <a:off x="5427729" y="811764"/>
            <a:ext cx="5029" cy="254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57D129E-DD1E-A1E6-4F8E-CA2632866F6D}"/>
              </a:ext>
            </a:extLst>
          </p:cNvPr>
          <p:cNvSpPr/>
          <p:nvPr/>
        </p:nvSpPr>
        <p:spPr>
          <a:xfrm>
            <a:off x="1742646" y="805307"/>
            <a:ext cx="3752404" cy="269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POST /conversations (createConversationRequest)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3E03EB-C98A-586A-97F5-5F38FC5DE2E8}"/>
              </a:ext>
            </a:extLst>
          </p:cNvPr>
          <p:cNvCxnSpPr>
            <a:cxnSpLocks/>
          </p:cNvCxnSpPr>
          <p:nvPr/>
        </p:nvCxnSpPr>
        <p:spPr>
          <a:xfrm>
            <a:off x="5427729" y="1322670"/>
            <a:ext cx="1205" cy="296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0B7873-F351-EFC8-A9DA-B9DEE33A7656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 flipH="1">
            <a:off x="5705132" y="1885756"/>
            <a:ext cx="3761" cy="15904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99FD6E0-49BD-5F50-0527-6C2E9F1B6FA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5345218" y="2572566"/>
            <a:ext cx="1410542" cy="690715"/>
          </a:xfrm>
          <a:prstGeom prst="bentConnector4">
            <a:avLst>
              <a:gd name="adj1" fmla="val 47708"/>
              <a:gd name="adj2" fmla="val 669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576BB05-5744-9B1F-7204-0002CC105767}"/>
              </a:ext>
            </a:extLst>
          </p:cNvPr>
          <p:cNvSpPr/>
          <p:nvPr/>
        </p:nvSpPr>
        <p:spPr>
          <a:xfrm>
            <a:off x="5149288" y="2567554"/>
            <a:ext cx="2632256" cy="216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Conversation=save(conversation)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E6B520-DC65-306C-0D57-598823111474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605939" y="3729223"/>
            <a:ext cx="620280" cy="37563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350BFE5-5DF7-B7EE-1898-BFBA5D155B11}"/>
              </a:ext>
            </a:extLst>
          </p:cNvPr>
          <p:cNvCxnSpPr>
            <a:cxnSpLocks/>
          </p:cNvCxnSpPr>
          <p:nvPr/>
        </p:nvCxnSpPr>
        <p:spPr>
          <a:xfrm>
            <a:off x="6065500" y="1318221"/>
            <a:ext cx="1205" cy="29664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8900CCC-BFAC-CE6E-1B98-D9D56663C8B0}"/>
              </a:ext>
            </a:extLst>
          </p:cNvPr>
          <p:cNvCxnSpPr>
            <a:cxnSpLocks/>
          </p:cNvCxnSpPr>
          <p:nvPr/>
        </p:nvCxnSpPr>
        <p:spPr>
          <a:xfrm>
            <a:off x="6038357" y="787437"/>
            <a:ext cx="17001" cy="26252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54882D2-6512-3E9B-32FF-0E65C1125367}"/>
              </a:ext>
            </a:extLst>
          </p:cNvPr>
          <p:cNvSpPr/>
          <p:nvPr/>
        </p:nvSpPr>
        <p:spPr>
          <a:xfrm>
            <a:off x="6009107" y="851156"/>
            <a:ext cx="1849270" cy="16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ConversationResponse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8D2A742-0AB8-8B9A-E147-A032E423B590}"/>
              </a:ext>
            </a:extLst>
          </p:cNvPr>
          <p:cNvSpPr/>
          <p:nvPr/>
        </p:nvSpPr>
        <p:spPr>
          <a:xfrm>
            <a:off x="6005158" y="1386340"/>
            <a:ext cx="162441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679EFB-507E-577E-527F-602F94546F88}"/>
              </a:ext>
            </a:extLst>
          </p:cNvPr>
          <p:cNvSpPr/>
          <p:nvPr/>
        </p:nvSpPr>
        <p:spPr>
          <a:xfrm>
            <a:off x="3188137" y="1362415"/>
            <a:ext cx="2277378" cy="253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StartConversationCommand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E08908F-D86B-6196-AE6A-6A7FFEAE2093}"/>
              </a:ext>
            </a:extLst>
          </p:cNvPr>
          <p:cNvSpPr/>
          <p:nvPr/>
        </p:nvSpPr>
        <p:spPr>
          <a:xfrm>
            <a:off x="4547195" y="2975281"/>
            <a:ext cx="1088137" cy="2200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4F5DDED4-4CF8-884A-6CB5-258B706A405F}"/>
              </a:ext>
            </a:extLst>
          </p:cNvPr>
          <p:cNvSpPr/>
          <p:nvPr/>
        </p:nvSpPr>
        <p:spPr>
          <a:xfrm>
            <a:off x="8819746" y="4706952"/>
            <a:ext cx="450829" cy="564299"/>
          </a:xfrm>
          <a:prstGeom prst="ca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6B54ADE-9BDA-7D42-118F-60BC449F17A0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7480057" y="4231025"/>
            <a:ext cx="124482" cy="785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D6578C6E-4C11-F8FD-8ADA-3E8F0C0FAC6D}"/>
              </a:ext>
            </a:extLst>
          </p:cNvPr>
          <p:cNvSpPr/>
          <p:nvPr/>
        </p:nvSpPr>
        <p:spPr>
          <a:xfrm>
            <a:off x="5319044" y="5143500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Infra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8EB6C6B-32DE-0B78-F958-2880E46DAC74}"/>
              </a:ext>
            </a:extLst>
          </p:cNvPr>
          <p:cNvSpPr/>
          <p:nvPr/>
        </p:nvSpPr>
        <p:spPr>
          <a:xfrm>
            <a:off x="5319044" y="4533894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App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D01E575-BDEB-1B28-36E2-02A744FB8910}"/>
              </a:ext>
            </a:extLst>
          </p:cNvPr>
          <p:cNvSpPr/>
          <p:nvPr/>
        </p:nvSpPr>
        <p:spPr>
          <a:xfrm>
            <a:off x="5196872" y="3837295"/>
            <a:ext cx="993653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77EE4326-D00C-FE18-0434-D0363F4B0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12" y="227915"/>
            <a:ext cx="342163" cy="34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EFD1BE-4415-75F6-6AC5-06850561014B}"/>
              </a:ext>
            </a:extLst>
          </p:cNvPr>
          <p:cNvSpPr txBox="1"/>
          <p:nvPr/>
        </p:nvSpPr>
        <p:spPr>
          <a:xfrm>
            <a:off x="523742" y="1055409"/>
            <a:ext cx="3126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Create conversation use case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77E841-35E2-8E1C-D840-A37A830FC2F8}"/>
              </a:ext>
            </a:extLst>
          </p:cNvPr>
          <p:cNvSpPr/>
          <p:nvPr/>
        </p:nvSpPr>
        <p:spPr>
          <a:xfrm rot="17785740">
            <a:off x="6672180" y="4230942"/>
            <a:ext cx="2118555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ConversationJpaRepositoryIF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2BE7A2B-9C27-48CD-9105-1A4BEDE2EA32}"/>
              </a:ext>
            </a:extLst>
          </p:cNvPr>
          <p:cNvCxnSpPr>
            <a:cxnSpLocks/>
            <a:stCxn id="36" idx="2"/>
            <a:endCxn id="51" idx="0"/>
          </p:cNvCxnSpPr>
          <p:nvPr/>
        </p:nvCxnSpPr>
        <p:spPr>
          <a:xfrm>
            <a:off x="7858377" y="4435757"/>
            <a:ext cx="231996" cy="14029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A391BB0-278C-B327-8C7D-4CE9FDB66A5C}"/>
              </a:ext>
            </a:extLst>
          </p:cNvPr>
          <p:cNvCxnSpPr>
            <a:cxnSpLocks/>
            <a:stCxn id="51" idx="2"/>
            <a:endCxn id="73" idx="2"/>
          </p:cNvCxnSpPr>
          <p:nvPr/>
        </p:nvCxnSpPr>
        <p:spPr>
          <a:xfrm>
            <a:off x="8344211" y="4702220"/>
            <a:ext cx="475535" cy="28688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>
            <a:extLst>
              <a:ext uri="{FF2B5EF4-FFF2-40B4-BE49-F238E27FC236}">
                <a16:creationId xmlns:a16="http://schemas.microsoft.com/office/drawing/2014/main" id="{0194B0D7-CDFB-C20B-2694-69DFE4F3B03E}"/>
              </a:ext>
            </a:extLst>
          </p:cNvPr>
          <p:cNvSpPr/>
          <p:nvPr/>
        </p:nvSpPr>
        <p:spPr>
          <a:xfrm>
            <a:off x="2401295" y="748324"/>
            <a:ext cx="6548344" cy="5361352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B04116-61AF-8D45-6FF1-F8D74FD7770B}"/>
              </a:ext>
            </a:extLst>
          </p:cNvPr>
          <p:cNvSpPr/>
          <p:nvPr/>
        </p:nvSpPr>
        <p:spPr>
          <a:xfrm rot="17785740">
            <a:off x="7294562" y="4497405"/>
            <a:ext cx="184546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JpaRepositoryAdapter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3855C11-FAC7-FBC6-006A-679B0CDF7DFC}"/>
              </a:ext>
            </a:extLst>
          </p:cNvPr>
          <p:cNvSpPr/>
          <p:nvPr/>
        </p:nvSpPr>
        <p:spPr>
          <a:xfrm>
            <a:off x="5319044" y="5685495"/>
            <a:ext cx="93068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Spring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4824A2-F162-DAF9-56CE-3E36B75391C0}"/>
              </a:ext>
            </a:extLst>
          </p:cNvPr>
          <p:cNvSpPr/>
          <p:nvPr/>
        </p:nvSpPr>
        <p:spPr>
          <a:xfrm>
            <a:off x="4818492" y="3328978"/>
            <a:ext cx="581384" cy="2200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374623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51CE-49FA-7EF8-0DFA-FD2E15A7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exagon 77">
            <a:extLst>
              <a:ext uri="{FF2B5EF4-FFF2-40B4-BE49-F238E27FC236}">
                <a16:creationId xmlns:a16="http://schemas.microsoft.com/office/drawing/2014/main" id="{26565333-5361-03D7-12A0-D5397ECFE732}"/>
              </a:ext>
            </a:extLst>
          </p:cNvPr>
          <p:cNvSpPr/>
          <p:nvPr/>
        </p:nvSpPr>
        <p:spPr>
          <a:xfrm>
            <a:off x="3054644" y="1102021"/>
            <a:ext cx="5310127" cy="4392516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6D7F3A-C89C-1E02-5D2B-8D1C9079D0CF}"/>
              </a:ext>
            </a:extLst>
          </p:cNvPr>
          <p:cNvGrpSpPr/>
          <p:nvPr/>
        </p:nvGrpSpPr>
        <p:grpSpPr>
          <a:xfrm>
            <a:off x="3789094" y="1099102"/>
            <a:ext cx="3840480" cy="4248639"/>
            <a:chOff x="3511296" y="681028"/>
            <a:chExt cx="3840480" cy="4248639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973AF027-46A0-CA78-81EC-3A168CD0DF97}"/>
                </a:ext>
              </a:extLst>
            </p:cNvPr>
            <p:cNvSpPr/>
            <p:nvPr/>
          </p:nvSpPr>
          <p:spPr>
            <a:xfrm>
              <a:off x="3511296" y="1234440"/>
              <a:ext cx="3840480" cy="3310759"/>
            </a:xfrm>
            <a:prstGeom prst="hexagon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8949196-9824-42C0-4C22-DC404534BCC7}"/>
                </a:ext>
              </a:extLst>
            </p:cNvPr>
            <p:cNvGrpSpPr/>
            <p:nvPr/>
          </p:nvGrpSpPr>
          <p:grpSpPr>
            <a:xfrm>
              <a:off x="4295743" y="1901629"/>
              <a:ext cx="2264705" cy="2305068"/>
              <a:chOff x="4086193" y="1743403"/>
              <a:chExt cx="2652553" cy="2699832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1E4ECFD8-4395-6B21-3B9A-3712BDAD3490}"/>
                  </a:ext>
                </a:extLst>
              </p:cNvPr>
              <p:cNvSpPr/>
              <p:nvPr/>
            </p:nvSpPr>
            <p:spPr>
              <a:xfrm>
                <a:off x="4086193" y="1743403"/>
                <a:ext cx="2652553" cy="2286684"/>
              </a:xfrm>
              <a:prstGeom prst="hexagon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9373773-022E-8706-D6E2-235825B37CE9}"/>
                  </a:ext>
                </a:extLst>
              </p:cNvPr>
              <p:cNvSpPr/>
              <p:nvPr/>
            </p:nvSpPr>
            <p:spPr>
              <a:xfrm rot="17806740">
                <a:off x="5232607" y="3194407"/>
                <a:ext cx="2222024" cy="2756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1"/>
                  <a:t>ConversationRepositoryIF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018A86-6322-2F6E-D0BB-32E2C9249A54}"/>
                </a:ext>
              </a:extLst>
            </p:cNvPr>
            <p:cNvSpPr/>
            <p:nvPr/>
          </p:nvSpPr>
          <p:spPr>
            <a:xfrm rot="17785740">
              <a:off x="5895540" y="3608136"/>
              <a:ext cx="2359599" cy="283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ConversationRepositoryAdapter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E5B1B3-F1A2-7601-F918-4F218D54C30D}"/>
                </a:ext>
              </a:extLst>
            </p:cNvPr>
            <p:cNvSpPr/>
            <p:nvPr/>
          </p:nvSpPr>
          <p:spPr>
            <a:xfrm>
              <a:off x="4431362" y="1626727"/>
              <a:ext cx="1991943" cy="167852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SendMessageService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81B5D5-8800-3E52-2B80-132771D0DE42}"/>
                </a:ext>
              </a:extLst>
            </p:cNvPr>
            <p:cNvSpPr/>
            <p:nvPr/>
          </p:nvSpPr>
          <p:spPr>
            <a:xfrm>
              <a:off x="4540693" y="681028"/>
              <a:ext cx="1809400" cy="208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ConversationsController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3155581-4F70-28DC-FD4C-B3E36E54C3DF}"/>
              </a:ext>
            </a:extLst>
          </p:cNvPr>
          <p:cNvSpPr/>
          <p:nvPr/>
        </p:nvSpPr>
        <p:spPr>
          <a:xfrm>
            <a:off x="4609384" y="1643739"/>
            <a:ext cx="2199017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SendMessageUseCaseIF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7862CE-3083-D744-6F77-B2E072A32466}"/>
              </a:ext>
            </a:extLst>
          </p:cNvPr>
          <p:cNvSpPr/>
          <p:nvPr/>
        </p:nvSpPr>
        <p:spPr>
          <a:xfrm>
            <a:off x="5021822" y="563918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Frontend 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8477C6-82A1-8F35-5772-2460B7F025D0}"/>
              </a:ext>
            </a:extLst>
          </p:cNvPr>
          <p:cNvCxnSpPr>
            <a:cxnSpLocks/>
          </p:cNvCxnSpPr>
          <p:nvPr/>
        </p:nvCxnSpPr>
        <p:spPr>
          <a:xfrm>
            <a:off x="5427729" y="811764"/>
            <a:ext cx="5029" cy="254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86C6A28-7E66-648F-6D57-A40B54AB57A8}"/>
              </a:ext>
            </a:extLst>
          </p:cNvPr>
          <p:cNvSpPr/>
          <p:nvPr/>
        </p:nvSpPr>
        <p:spPr>
          <a:xfrm>
            <a:off x="865331" y="805307"/>
            <a:ext cx="4629719" cy="269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POST /conversations/{id}/messages (sendMessageRequest)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BD85F8-44BD-E3AC-FD00-5309AC11358F}"/>
              </a:ext>
            </a:extLst>
          </p:cNvPr>
          <p:cNvCxnSpPr>
            <a:cxnSpLocks/>
          </p:cNvCxnSpPr>
          <p:nvPr/>
        </p:nvCxnSpPr>
        <p:spPr>
          <a:xfrm>
            <a:off x="5427729" y="1322670"/>
            <a:ext cx="1205" cy="296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88CD0E-659E-5C6A-F03A-853DED5D26A9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 flipH="1">
            <a:off x="5705132" y="1885756"/>
            <a:ext cx="3761" cy="15904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4069932-FEF6-72B9-2C57-9FCA90450463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5345218" y="2572566"/>
            <a:ext cx="1410542" cy="690715"/>
          </a:xfrm>
          <a:prstGeom prst="bentConnector4">
            <a:avLst>
              <a:gd name="adj1" fmla="val 47708"/>
              <a:gd name="adj2" fmla="val 669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E622C9-D9B6-6F27-73A3-71898300AF04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605939" y="3729223"/>
            <a:ext cx="620280" cy="37563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49F21F8-3C94-1C5E-9024-5536C88F6C44}"/>
              </a:ext>
            </a:extLst>
          </p:cNvPr>
          <p:cNvCxnSpPr>
            <a:cxnSpLocks/>
          </p:cNvCxnSpPr>
          <p:nvPr/>
        </p:nvCxnSpPr>
        <p:spPr>
          <a:xfrm>
            <a:off x="6065500" y="1318221"/>
            <a:ext cx="1205" cy="29664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7D4682-B8A1-630C-AD21-1776BEC15348}"/>
              </a:ext>
            </a:extLst>
          </p:cNvPr>
          <p:cNvCxnSpPr>
            <a:cxnSpLocks/>
          </p:cNvCxnSpPr>
          <p:nvPr/>
        </p:nvCxnSpPr>
        <p:spPr>
          <a:xfrm>
            <a:off x="6038357" y="787437"/>
            <a:ext cx="17001" cy="26252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AE1684A-B535-7F5E-8CCF-26FB3380C985}"/>
              </a:ext>
            </a:extLst>
          </p:cNvPr>
          <p:cNvSpPr/>
          <p:nvPr/>
        </p:nvSpPr>
        <p:spPr>
          <a:xfrm>
            <a:off x="6009107" y="851156"/>
            <a:ext cx="1849270" cy="16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SSeEmitter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72408F-D69A-F3C2-CE39-130531AEC047}"/>
              </a:ext>
            </a:extLst>
          </p:cNvPr>
          <p:cNvSpPr/>
          <p:nvPr/>
        </p:nvSpPr>
        <p:spPr>
          <a:xfrm>
            <a:off x="6005157" y="1386340"/>
            <a:ext cx="177518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Flux&lt;TurnEvent&gt; stream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DDE6B9-A2DD-367D-FEDE-45B934D3DD72}"/>
              </a:ext>
            </a:extLst>
          </p:cNvPr>
          <p:cNvSpPr/>
          <p:nvPr/>
        </p:nvSpPr>
        <p:spPr>
          <a:xfrm>
            <a:off x="3188137" y="1362415"/>
            <a:ext cx="2277378" cy="253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SendMessageCommand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9119B99-09B9-2AE3-C5C2-301E3C3EB743}"/>
              </a:ext>
            </a:extLst>
          </p:cNvPr>
          <p:cNvSpPr/>
          <p:nvPr/>
        </p:nvSpPr>
        <p:spPr>
          <a:xfrm>
            <a:off x="4547195" y="2975281"/>
            <a:ext cx="1088137" cy="2200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907C98FB-50D1-FA04-D8EB-63027DA26461}"/>
              </a:ext>
            </a:extLst>
          </p:cNvPr>
          <p:cNvSpPr/>
          <p:nvPr/>
        </p:nvSpPr>
        <p:spPr>
          <a:xfrm>
            <a:off x="8819746" y="4706952"/>
            <a:ext cx="450829" cy="564299"/>
          </a:xfrm>
          <a:prstGeom prst="ca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B4923B4-8677-7CC5-1859-766858350BF7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7480057" y="4231025"/>
            <a:ext cx="124482" cy="7856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8FDC7C89-6781-DCAA-1967-3BFEB02B2063}"/>
              </a:ext>
            </a:extLst>
          </p:cNvPr>
          <p:cNvSpPr/>
          <p:nvPr/>
        </p:nvSpPr>
        <p:spPr>
          <a:xfrm>
            <a:off x="5087633" y="5018188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Infra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D52FE84-46E8-FFC1-6E7D-B661A1ED07B2}"/>
              </a:ext>
            </a:extLst>
          </p:cNvPr>
          <p:cNvSpPr/>
          <p:nvPr/>
        </p:nvSpPr>
        <p:spPr>
          <a:xfrm>
            <a:off x="5319044" y="4533894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App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C8B8BFE-B85B-9637-D492-B489F6065C7C}"/>
              </a:ext>
            </a:extLst>
          </p:cNvPr>
          <p:cNvSpPr/>
          <p:nvPr/>
        </p:nvSpPr>
        <p:spPr>
          <a:xfrm>
            <a:off x="5196872" y="3837295"/>
            <a:ext cx="993653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61B9642E-D8D1-E2EF-0D0E-F11528E56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12" y="227915"/>
            <a:ext cx="342163" cy="34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389CFC-E43E-D3AA-9511-C7A55BBDEDF6}"/>
              </a:ext>
            </a:extLst>
          </p:cNvPr>
          <p:cNvSpPr txBox="1"/>
          <p:nvPr/>
        </p:nvSpPr>
        <p:spPr>
          <a:xfrm>
            <a:off x="523742" y="1055409"/>
            <a:ext cx="250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Post message use case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D82CCD-49ED-CDC4-5437-4ECE0A2637A0}"/>
              </a:ext>
            </a:extLst>
          </p:cNvPr>
          <p:cNvSpPr/>
          <p:nvPr/>
        </p:nvSpPr>
        <p:spPr>
          <a:xfrm rot="17785740">
            <a:off x="6672180" y="4230942"/>
            <a:ext cx="2118555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ConversationJpaRepositoryIF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33168EC-33D6-2A95-44A0-61949B8CD70E}"/>
              </a:ext>
            </a:extLst>
          </p:cNvPr>
          <p:cNvCxnSpPr>
            <a:cxnSpLocks/>
            <a:stCxn id="36" idx="2"/>
            <a:endCxn id="51" idx="0"/>
          </p:cNvCxnSpPr>
          <p:nvPr/>
        </p:nvCxnSpPr>
        <p:spPr>
          <a:xfrm>
            <a:off x="7858377" y="4435757"/>
            <a:ext cx="231996" cy="14029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01A46D-7124-5D0F-A02C-CEE0F2F3C2BC}"/>
              </a:ext>
            </a:extLst>
          </p:cNvPr>
          <p:cNvCxnSpPr>
            <a:cxnSpLocks/>
            <a:stCxn id="51" idx="2"/>
            <a:endCxn id="73" idx="2"/>
          </p:cNvCxnSpPr>
          <p:nvPr/>
        </p:nvCxnSpPr>
        <p:spPr>
          <a:xfrm>
            <a:off x="8344211" y="4702220"/>
            <a:ext cx="475535" cy="28688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>
            <a:extLst>
              <a:ext uri="{FF2B5EF4-FFF2-40B4-BE49-F238E27FC236}">
                <a16:creationId xmlns:a16="http://schemas.microsoft.com/office/drawing/2014/main" id="{CAB937FD-C3D1-54F4-B714-80E786B7C40C}"/>
              </a:ext>
            </a:extLst>
          </p:cNvPr>
          <p:cNvSpPr/>
          <p:nvPr/>
        </p:nvSpPr>
        <p:spPr>
          <a:xfrm>
            <a:off x="2401295" y="748324"/>
            <a:ext cx="6548344" cy="5361352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59A29A9-DC1B-30E7-913D-EC5C9FA7CCEF}"/>
              </a:ext>
            </a:extLst>
          </p:cNvPr>
          <p:cNvSpPr/>
          <p:nvPr/>
        </p:nvSpPr>
        <p:spPr>
          <a:xfrm rot="17785740">
            <a:off x="7294562" y="4497405"/>
            <a:ext cx="184546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JpaRepositoryAdapter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D86168C-F165-C864-0D62-A7DBDC4BD839}"/>
              </a:ext>
            </a:extLst>
          </p:cNvPr>
          <p:cNvSpPr/>
          <p:nvPr/>
        </p:nvSpPr>
        <p:spPr>
          <a:xfrm>
            <a:off x="5312900" y="5804942"/>
            <a:ext cx="93068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Spring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C11E81-831B-7516-DAD7-73B35FA52A27}"/>
              </a:ext>
            </a:extLst>
          </p:cNvPr>
          <p:cNvSpPr/>
          <p:nvPr/>
        </p:nvSpPr>
        <p:spPr>
          <a:xfrm>
            <a:off x="7143501" y="2047846"/>
            <a:ext cx="4101221" cy="823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Conversation=findById(conversationId)</a:t>
            </a:r>
          </a:p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createUserMessage(userId, conversationId, USER, content)</a:t>
            </a:r>
          </a:p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appendMessage(userMessage)</a:t>
            </a:r>
          </a:p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llmChatClient.stream(ChatRequest)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6D2BF8-EFFB-A8EA-C1AA-E17F314812D0}"/>
              </a:ext>
            </a:extLst>
          </p:cNvPr>
          <p:cNvSpPr/>
          <p:nvPr/>
        </p:nvSpPr>
        <p:spPr>
          <a:xfrm rot="17801246">
            <a:off x="3514958" y="2713303"/>
            <a:ext cx="1366426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LlmChatClientIF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5E34C5-11E5-6ED2-4592-DFE123C56A5E}"/>
              </a:ext>
            </a:extLst>
          </p:cNvPr>
          <p:cNvSpPr/>
          <p:nvPr/>
        </p:nvSpPr>
        <p:spPr>
          <a:xfrm rot="17806681">
            <a:off x="2632110" y="2402821"/>
            <a:ext cx="1970654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OpenAIChatClientAdapter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6C0D7D-D487-7514-8680-19A0A709F187}"/>
              </a:ext>
            </a:extLst>
          </p:cNvPr>
          <p:cNvSpPr/>
          <p:nvPr/>
        </p:nvSpPr>
        <p:spPr>
          <a:xfrm rot="17961720">
            <a:off x="2016691" y="1829286"/>
            <a:ext cx="1064466" cy="31391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OpenAI API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F63F9C-804E-C4D0-2FA4-9829878A1C87}"/>
              </a:ext>
            </a:extLst>
          </p:cNvPr>
          <p:cNvCxnSpPr>
            <a:cxnSpLocks/>
            <a:stCxn id="43" idx="0"/>
            <a:endCxn id="20" idx="2"/>
          </p:cNvCxnSpPr>
          <p:nvPr/>
        </p:nvCxnSpPr>
        <p:spPr>
          <a:xfrm flipH="1" flipV="1">
            <a:off x="2685719" y="2063205"/>
            <a:ext cx="280947" cy="15780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A29ECEC-F60E-51C5-BA4D-8AE9D039AEE2}"/>
              </a:ext>
            </a:extLst>
          </p:cNvPr>
          <p:cNvCxnSpPr>
            <a:cxnSpLocks/>
            <a:stCxn id="12" idx="0"/>
            <a:endCxn id="17" idx="2"/>
          </p:cNvCxnSpPr>
          <p:nvPr/>
        </p:nvCxnSpPr>
        <p:spPr>
          <a:xfrm flipH="1" flipV="1">
            <a:off x="3743969" y="2608408"/>
            <a:ext cx="346085" cy="17155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CA246F9-102E-32C4-D733-1798F7B92699}"/>
              </a:ext>
            </a:extLst>
          </p:cNvPr>
          <p:cNvSpPr/>
          <p:nvPr/>
        </p:nvSpPr>
        <p:spPr>
          <a:xfrm rot="17795380">
            <a:off x="2579303" y="2142713"/>
            <a:ext cx="1028209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ChatModel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18C78C3-913A-2BDD-0435-2CD4A75FC097}"/>
              </a:ext>
            </a:extLst>
          </p:cNvPr>
          <p:cNvCxnSpPr>
            <a:cxnSpLocks/>
            <a:stCxn id="17" idx="0"/>
            <a:endCxn id="43" idx="2"/>
          </p:cNvCxnSpPr>
          <p:nvPr/>
        </p:nvCxnSpPr>
        <p:spPr>
          <a:xfrm flipH="1" flipV="1">
            <a:off x="3220149" y="2347883"/>
            <a:ext cx="270756" cy="13281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0888592-34B0-DC0E-C6D3-203FB3CE4971}"/>
              </a:ext>
            </a:extLst>
          </p:cNvPr>
          <p:cNvCxnSpPr>
            <a:cxnSpLocks/>
            <a:stCxn id="10" idx="2"/>
            <a:endCxn id="12" idx="2"/>
          </p:cNvCxnSpPr>
          <p:nvPr/>
        </p:nvCxnSpPr>
        <p:spPr>
          <a:xfrm rot="5400000">
            <a:off x="4667707" y="1851234"/>
            <a:ext cx="676006" cy="13988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0702855D-31AE-04E0-D363-B0E9E8734C61}"/>
              </a:ext>
            </a:extLst>
          </p:cNvPr>
          <p:cNvSpPr/>
          <p:nvPr/>
        </p:nvSpPr>
        <p:spPr>
          <a:xfrm>
            <a:off x="4825248" y="3269613"/>
            <a:ext cx="794682" cy="22003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Message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D696A70-9230-866B-AA8A-B6FF723CA555}"/>
              </a:ext>
            </a:extLst>
          </p:cNvPr>
          <p:cNvSpPr/>
          <p:nvPr/>
        </p:nvSpPr>
        <p:spPr>
          <a:xfrm>
            <a:off x="4829440" y="5260826"/>
            <a:ext cx="1897603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MessageJpaRepositoryIF</a:t>
            </a:r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9FC4B5DA-6E19-356B-7411-5FD7171E3141}"/>
              </a:ext>
            </a:extLst>
          </p:cNvPr>
          <p:cNvCxnSpPr>
            <a:cxnSpLocks/>
            <a:stCxn id="107" idx="2"/>
            <a:endCxn id="51" idx="1"/>
          </p:cNvCxnSpPr>
          <p:nvPr/>
        </p:nvCxnSpPr>
        <p:spPr>
          <a:xfrm rot="5400000" flipH="1" flipV="1">
            <a:off x="6752988" y="4490683"/>
            <a:ext cx="78861" cy="2028354"/>
          </a:xfrm>
          <a:prstGeom prst="bentConnector3">
            <a:avLst>
              <a:gd name="adj1" fmla="val -2898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4FA2A708-DE76-364F-0FF4-8DA73E7C1312}"/>
              </a:ext>
            </a:extLst>
          </p:cNvPr>
          <p:cNvCxnSpPr>
            <a:cxnSpLocks/>
            <a:stCxn id="9" idx="1"/>
            <a:endCxn id="107" idx="0"/>
          </p:cNvCxnSpPr>
          <p:nvPr/>
        </p:nvCxnSpPr>
        <p:spPr>
          <a:xfrm rot="5400000">
            <a:off x="6284938" y="4717741"/>
            <a:ext cx="36389" cy="1049780"/>
          </a:xfrm>
          <a:prstGeom prst="bentConnector3">
            <a:avLst>
              <a:gd name="adj1" fmla="val -4274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91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ylinder 2">
            <a:extLst>
              <a:ext uri="{FF2B5EF4-FFF2-40B4-BE49-F238E27FC236}">
                <a16:creationId xmlns:a16="http://schemas.microsoft.com/office/drawing/2014/main" id="{FCF2CEB2-FEA7-B123-6EA3-D5653EABE50E}"/>
              </a:ext>
            </a:extLst>
          </p:cNvPr>
          <p:cNvSpPr/>
          <p:nvPr/>
        </p:nvSpPr>
        <p:spPr>
          <a:xfrm>
            <a:off x="5538070" y="4182848"/>
            <a:ext cx="659325" cy="564299"/>
          </a:xfrm>
          <a:prstGeom prst="ca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E1D240-080B-259C-01C3-9A3AC88115DA}"/>
              </a:ext>
            </a:extLst>
          </p:cNvPr>
          <p:cNvSpPr/>
          <p:nvPr/>
        </p:nvSpPr>
        <p:spPr>
          <a:xfrm>
            <a:off x="6194958" y="2190302"/>
            <a:ext cx="2118555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ConversationJpaRepositoryIF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E4A46E-BC6F-3FBD-D1A0-0310BAFB05F0}"/>
              </a:ext>
            </a:extLst>
          </p:cNvPr>
          <p:cNvCxnSpPr>
            <a:cxnSpLocks/>
            <a:stCxn id="11" idx="2"/>
            <a:endCxn id="3" idx="1"/>
          </p:cNvCxnSpPr>
          <p:nvPr/>
        </p:nvCxnSpPr>
        <p:spPr>
          <a:xfrm flipH="1">
            <a:off x="5867733" y="3583569"/>
            <a:ext cx="4079" cy="59927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DF3EDD0-B9B0-BEC3-69EA-EB8F0721A941}"/>
              </a:ext>
            </a:extLst>
          </p:cNvPr>
          <p:cNvSpPr/>
          <p:nvPr/>
        </p:nvSpPr>
        <p:spPr>
          <a:xfrm>
            <a:off x="4949082" y="3300105"/>
            <a:ext cx="1845460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JpaRepositoryAdapter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6CC78-BE84-19A2-52F6-077AEC5BC5C5}"/>
              </a:ext>
            </a:extLst>
          </p:cNvPr>
          <p:cNvSpPr/>
          <p:nvPr/>
        </p:nvSpPr>
        <p:spPr>
          <a:xfrm>
            <a:off x="3880750" y="2190302"/>
            <a:ext cx="1897603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MessageJpaRepositoryIF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6B5D80F-2605-C128-6970-A98518DCA4E5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 rot="16200000" flipH="1">
            <a:off x="4937513" y="2365805"/>
            <a:ext cx="826339" cy="10422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028FC3C-322B-C2E1-4226-C0CEB2470FE0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rot="5400000">
            <a:off x="4830029" y="1308441"/>
            <a:ext cx="881384" cy="8823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FAE51-6D1E-BAE7-7958-57DC47002D30}"/>
              </a:ext>
            </a:extLst>
          </p:cNvPr>
          <p:cNvSpPr/>
          <p:nvPr/>
        </p:nvSpPr>
        <p:spPr>
          <a:xfrm>
            <a:off x="4532090" y="1025454"/>
            <a:ext cx="2359599" cy="28346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ConversationRepositoryAdapter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FCA7A-D3DA-1F59-1EFE-6B66CC56FA00}"/>
              </a:ext>
            </a:extLst>
          </p:cNvPr>
          <p:cNvSpPr/>
          <p:nvPr/>
        </p:nvSpPr>
        <p:spPr>
          <a:xfrm>
            <a:off x="1661213" y="2190302"/>
            <a:ext cx="1897603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AgentJpaRepositoryIF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BC3ED1-CAC6-3A58-9957-CA3C5AB93472}"/>
              </a:ext>
            </a:extLst>
          </p:cNvPr>
          <p:cNvSpPr/>
          <p:nvPr/>
        </p:nvSpPr>
        <p:spPr>
          <a:xfrm>
            <a:off x="8740763" y="2190302"/>
            <a:ext cx="1897603" cy="28346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UserJpaRepositoryIF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6AA6918-651F-2062-85AF-641B543BA5A8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 rot="16200000" flipH="1">
            <a:off x="3827744" y="1256036"/>
            <a:ext cx="826339" cy="3261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581D9EB-D609-6D70-4A60-8F6C8D544D92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6149855" y="2195723"/>
            <a:ext cx="826339" cy="13824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1E40E452-440F-3EB3-0554-72155DD182F3}"/>
              </a:ext>
            </a:extLst>
          </p:cNvPr>
          <p:cNvCxnSpPr>
            <a:cxnSpLocks/>
            <a:stCxn id="31" idx="2"/>
            <a:endCxn id="11" idx="0"/>
          </p:cNvCxnSpPr>
          <p:nvPr/>
        </p:nvCxnSpPr>
        <p:spPr>
          <a:xfrm rot="5400000">
            <a:off x="7367520" y="978059"/>
            <a:ext cx="826339" cy="38177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F55E3F7-6270-9C22-8538-C4952620D03C}"/>
              </a:ext>
            </a:extLst>
          </p:cNvPr>
          <p:cNvCxnSpPr>
            <a:cxnSpLocks/>
            <a:stCxn id="19" idx="2"/>
            <a:endCxn id="29" idx="0"/>
          </p:cNvCxnSpPr>
          <p:nvPr/>
        </p:nvCxnSpPr>
        <p:spPr>
          <a:xfrm rot="5400000">
            <a:off x="3720261" y="198673"/>
            <a:ext cx="881384" cy="3101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98F7F84-971E-B6CE-0953-677451DB82FC}"/>
              </a:ext>
            </a:extLst>
          </p:cNvPr>
          <p:cNvCxnSpPr>
            <a:cxnSpLocks/>
            <a:stCxn id="19" idx="2"/>
            <a:endCxn id="31" idx="0"/>
          </p:cNvCxnSpPr>
          <p:nvPr/>
        </p:nvCxnSpPr>
        <p:spPr>
          <a:xfrm rot="16200000" flipH="1">
            <a:off x="7260035" y="-239228"/>
            <a:ext cx="881384" cy="39776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DBA17FC2-2A06-FD8C-B13E-C07B4B0DF6C9}"/>
              </a:ext>
            </a:extLst>
          </p:cNvPr>
          <p:cNvCxnSpPr>
            <a:cxnSpLocks/>
            <a:stCxn id="19" idx="2"/>
            <a:endCxn id="8" idx="0"/>
          </p:cNvCxnSpPr>
          <p:nvPr/>
        </p:nvCxnSpPr>
        <p:spPr>
          <a:xfrm rot="16200000" flipH="1">
            <a:off x="6042371" y="978437"/>
            <a:ext cx="881384" cy="15423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50E2267A-EBE2-16A3-5AA7-674892BAC929}"/>
              </a:ext>
            </a:extLst>
          </p:cNvPr>
          <p:cNvSpPr txBox="1"/>
          <p:nvPr/>
        </p:nvSpPr>
        <p:spPr>
          <a:xfrm>
            <a:off x="3558816" y="3300105"/>
            <a:ext cx="15759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1"/>
              <a:t>MessageJpa</a:t>
            </a:r>
          </a:p>
          <a:p>
            <a:r>
              <a:rPr lang="en-US" sz="1400" noProof="1"/>
              <a:t>id</a:t>
            </a:r>
          </a:p>
          <a:p>
            <a:r>
              <a:rPr lang="en-US" sz="1400" noProof="1"/>
              <a:t>conversation_id</a:t>
            </a:r>
          </a:p>
          <a:p>
            <a:r>
              <a:rPr lang="en-US" sz="1400" noProof="1"/>
              <a:t>role</a:t>
            </a:r>
          </a:p>
          <a:p>
            <a:r>
              <a:rPr lang="en-US" sz="1400" noProof="1"/>
              <a:t>content</a:t>
            </a:r>
          </a:p>
          <a:p>
            <a:r>
              <a:rPr lang="en-US" sz="1400" noProof="1"/>
              <a:t>created_at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FD7750-89FD-7968-8BB5-E9369BBB05AC}"/>
              </a:ext>
            </a:extLst>
          </p:cNvPr>
          <p:cNvSpPr txBox="1"/>
          <p:nvPr/>
        </p:nvSpPr>
        <p:spPr>
          <a:xfrm>
            <a:off x="7094921" y="3300105"/>
            <a:ext cx="16458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1"/>
              <a:t>ConversationJpa</a:t>
            </a:r>
          </a:p>
          <a:p>
            <a:r>
              <a:rPr lang="en-US" sz="1400" noProof="1"/>
              <a:t>id</a:t>
            </a:r>
          </a:p>
          <a:p>
            <a:r>
              <a:rPr lang="en-US" sz="1400" noProof="1"/>
              <a:t>agent_id</a:t>
            </a:r>
          </a:p>
          <a:p>
            <a:r>
              <a:rPr lang="en-US" sz="1400" noProof="1"/>
              <a:t>owner_user_id</a:t>
            </a:r>
          </a:p>
          <a:p>
            <a:r>
              <a:rPr lang="en-US" sz="1400" noProof="1"/>
              <a:t>owner_client_id</a:t>
            </a:r>
          </a:p>
          <a:p>
            <a:r>
              <a:rPr lang="en-US" sz="1400" noProof="1"/>
              <a:t>title</a:t>
            </a:r>
          </a:p>
          <a:p>
            <a:r>
              <a:rPr lang="en-US" sz="1400" noProof="1"/>
              <a:t>message_count</a:t>
            </a:r>
          </a:p>
          <a:p>
            <a:r>
              <a:rPr lang="en-US" sz="1400" noProof="1"/>
              <a:t>created_at</a:t>
            </a:r>
          </a:p>
          <a:p>
            <a:r>
              <a:rPr lang="en-US" sz="1400" noProof="1"/>
              <a:t>updated_at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E23ABD1-38E2-313A-A9D5-BAD48C9354BD}"/>
              </a:ext>
            </a:extLst>
          </p:cNvPr>
          <p:cNvSpPr txBox="1"/>
          <p:nvPr/>
        </p:nvSpPr>
        <p:spPr>
          <a:xfrm>
            <a:off x="1934528" y="3300105"/>
            <a:ext cx="17922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1"/>
              <a:t>AgentJpa</a:t>
            </a:r>
          </a:p>
          <a:p>
            <a:r>
              <a:rPr lang="en-US" sz="1400" noProof="1"/>
              <a:t>id</a:t>
            </a:r>
          </a:p>
          <a:p>
            <a:r>
              <a:rPr lang="en-US" sz="1400" noProof="1"/>
              <a:t>owner_id</a:t>
            </a:r>
          </a:p>
          <a:p>
            <a:r>
              <a:rPr lang="en-US" sz="1400" noProof="1"/>
              <a:t>name</a:t>
            </a:r>
          </a:p>
          <a:p>
            <a:r>
              <a:rPr lang="en-US" sz="1400" noProof="1"/>
              <a:t>description</a:t>
            </a:r>
          </a:p>
          <a:p>
            <a:r>
              <a:rPr lang="en-US" sz="1400" noProof="1"/>
              <a:t>system_prompt</a:t>
            </a:r>
          </a:p>
          <a:p>
            <a:r>
              <a:rPr lang="en-US" sz="1400" noProof="1"/>
              <a:t>memory_size</a:t>
            </a:r>
          </a:p>
          <a:p>
            <a:r>
              <a:rPr lang="en-US" sz="1400" noProof="1"/>
              <a:t>llm_model</a:t>
            </a:r>
          </a:p>
          <a:p>
            <a:r>
              <a:rPr lang="en-US" sz="1400" noProof="1"/>
              <a:t>temperature</a:t>
            </a:r>
          </a:p>
          <a:p>
            <a:r>
              <a:rPr lang="en-US" sz="1400" noProof="1"/>
              <a:t>max_output_tokens</a:t>
            </a:r>
          </a:p>
          <a:p>
            <a:r>
              <a:rPr lang="en-US" sz="1400" noProof="1"/>
              <a:t>top_p</a:t>
            </a:r>
          </a:p>
          <a:p>
            <a:r>
              <a:rPr lang="en-US" sz="1400" noProof="1"/>
              <a:t>created_at</a:t>
            </a:r>
          </a:p>
          <a:p>
            <a:r>
              <a:rPr lang="en-US" sz="1400" noProof="1"/>
              <a:t>updated_at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178E2A1-FAE3-7DC5-564E-2EB4EE75504A}"/>
              </a:ext>
            </a:extLst>
          </p:cNvPr>
          <p:cNvSpPr txBox="1"/>
          <p:nvPr/>
        </p:nvSpPr>
        <p:spPr>
          <a:xfrm>
            <a:off x="9167023" y="3300105"/>
            <a:ext cx="22534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1"/>
              <a:t>UserJpa</a:t>
            </a:r>
          </a:p>
          <a:p>
            <a:r>
              <a:rPr lang="en-US" sz="1400" noProof="1"/>
              <a:t>id</a:t>
            </a:r>
          </a:p>
          <a:p>
            <a:r>
              <a:rPr lang="en-US" sz="1400" noProof="1"/>
              <a:t>email</a:t>
            </a:r>
          </a:p>
          <a:p>
            <a:r>
              <a:rPr lang="en-US" sz="1400" noProof="1"/>
              <a:t>password_hash</a:t>
            </a:r>
          </a:p>
          <a:p>
            <a:r>
              <a:rPr lang="en-US" sz="1400" noProof="1"/>
              <a:t>role</a:t>
            </a:r>
          </a:p>
          <a:p>
            <a:r>
              <a:rPr lang="en-US" sz="1400" noProof="1"/>
              <a:t>disabled</a:t>
            </a:r>
          </a:p>
          <a:p>
            <a:r>
              <a:rPr lang="en-US" sz="1400" noProof="1"/>
              <a:t>must_change_password</a:t>
            </a:r>
          </a:p>
          <a:p>
            <a:r>
              <a:rPr lang="en-US" sz="1400" noProof="1"/>
              <a:t>created_at</a:t>
            </a:r>
          </a:p>
          <a:p>
            <a:r>
              <a:rPr lang="en-US" sz="1400" noProof="1"/>
              <a:t>updated_at</a:t>
            </a:r>
          </a:p>
        </p:txBody>
      </p:sp>
    </p:spTree>
    <p:extLst>
      <p:ext uri="{BB962C8B-B14F-4D97-AF65-F5344CB8AC3E}">
        <p14:creationId xmlns:p14="http://schemas.microsoft.com/office/powerpoint/2010/main" val="6071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31779F-BDC3-70CA-9679-5A57A68C8BB4}"/>
              </a:ext>
            </a:extLst>
          </p:cNvPr>
          <p:cNvSpPr txBox="1"/>
          <p:nvPr/>
        </p:nvSpPr>
        <p:spPr>
          <a:xfrm>
            <a:off x="3609975" y="762000"/>
            <a:ext cx="2625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POST /conversations/{id}/messages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412ED-4B82-7061-A805-B0AC9C9E5B70}"/>
              </a:ext>
            </a:extLst>
          </p:cNvPr>
          <p:cNvSpPr txBox="1"/>
          <p:nvPr/>
        </p:nvSpPr>
        <p:spPr>
          <a:xfrm>
            <a:off x="4859663" y="1001196"/>
            <a:ext cx="2317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1"/>
              <a:t>Create SendMessageRequest</a:t>
            </a:r>
          </a:p>
          <a:p>
            <a:pPr lvl="1"/>
            <a:r>
              <a:rPr lang="en-US" sz="1200" noProof="1"/>
              <a:t>String 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44F9C-6453-251F-A853-B4BB673DA3DE}"/>
              </a:ext>
            </a:extLst>
          </p:cNvPr>
          <p:cNvSpPr txBox="1"/>
          <p:nvPr/>
        </p:nvSpPr>
        <p:spPr>
          <a:xfrm>
            <a:off x="4859663" y="1850469"/>
            <a:ext cx="2745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1"/>
              <a:t>Create SendMessageCommand</a:t>
            </a:r>
          </a:p>
          <a:p>
            <a:pPr lvl="1"/>
            <a:r>
              <a:rPr lang="en-US" sz="1200" noProof="1"/>
              <a:t>ConversationOwner owner</a:t>
            </a:r>
          </a:p>
          <a:p>
            <a:pPr lvl="1"/>
            <a:r>
              <a:rPr lang="en-US" sz="1200" noProof="1"/>
              <a:t>ConversationId conversation_id</a:t>
            </a:r>
          </a:p>
          <a:p>
            <a:pPr lvl="1"/>
            <a:r>
              <a:rPr lang="en-US" sz="1200" noProof="1"/>
              <a:t>MessageContent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191FC-0050-FD01-9345-5532717953E5}"/>
              </a:ext>
            </a:extLst>
          </p:cNvPr>
          <p:cNvSpPr txBox="1"/>
          <p:nvPr/>
        </p:nvSpPr>
        <p:spPr>
          <a:xfrm>
            <a:off x="3609975" y="1573470"/>
            <a:ext cx="4332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ConversationsController.sendMessage(sendMessageRequest)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824B92-E28A-BE0B-D262-555F367A5D58}"/>
              </a:ext>
            </a:extLst>
          </p:cNvPr>
          <p:cNvSpPr txBox="1"/>
          <p:nvPr/>
        </p:nvSpPr>
        <p:spPr>
          <a:xfrm>
            <a:off x="4387215" y="2728901"/>
            <a:ext cx="3884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SendMessageUseCase.send(sendMessageCommand)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91BC59-A469-850E-F500-AFD70049E7D6}"/>
              </a:ext>
            </a:extLst>
          </p:cNvPr>
          <p:cNvSpPr txBox="1"/>
          <p:nvPr/>
        </p:nvSpPr>
        <p:spPr>
          <a:xfrm>
            <a:off x="5472311" y="2994482"/>
            <a:ext cx="386894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Check llmChatClient exists</a:t>
            </a:r>
          </a:p>
          <a:p>
            <a:r>
              <a:rPr lang="en-US" sz="1200" noProof="1"/>
              <a:t>conversation = findById(conversation_id)</a:t>
            </a:r>
          </a:p>
          <a:p>
            <a:r>
              <a:rPr lang="en-US" sz="1200" noProof="1"/>
              <a:t>Check conversation owner</a:t>
            </a:r>
          </a:p>
          <a:p>
            <a:r>
              <a:rPr lang="en-US" sz="1200" noProof="1"/>
              <a:t>Check message count</a:t>
            </a:r>
          </a:p>
          <a:p>
            <a:r>
              <a:rPr lang="en-US" sz="1200" b="1" noProof="1"/>
              <a:t>Create user Message</a:t>
            </a:r>
          </a:p>
          <a:p>
            <a:pPr lvl="1"/>
            <a:r>
              <a:rPr lang="en-US" sz="1200" noProof="1"/>
              <a:t>id</a:t>
            </a:r>
          </a:p>
          <a:p>
            <a:pPr lvl="1"/>
            <a:r>
              <a:rPr lang="en-US" sz="1200" noProof="1"/>
              <a:t>sendMessageCommand.conversation_id</a:t>
            </a:r>
          </a:p>
          <a:p>
            <a:pPr lvl="1"/>
            <a:r>
              <a:rPr lang="en-US" sz="1200" noProof="1"/>
              <a:t>messageRole.USER</a:t>
            </a:r>
          </a:p>
          <a:p>
            <a:pPr lvl="1"/>
            <a:r>
              <a:rPr lang="en-US" sz="1200" noProof="1"/>
              <a:t>sendMessageCommand.content</a:t>
            </a:r>
          </a:p>
          <a:p>
            <a:r>
              <a:rPr lang="en-US" sz="1200" noProof="1"/>
              <a:t>conversationRepository.appendMessage(userMessage)</a:t>
            </a:r>
          </a:p>
          <a:p>
            <a:r>
              <a:rPr lang="en-US" sz="1200" noProof="1"/>
              <a:t>Increment conversation message count</a:t>
            </a:r>
          </a:p>
          <a:p>
            <a:r>
              <a:rPr lang="en-US" sz="1200" noProof="1"/>
              <a:t>Set conversation title if first message</a:t>
            </a:r>
          </a:p>
          <a:p>
            <a:r>
              <a:rPr lang="en-US" sz="1200" noProof="1"/>
              <a:t>conversationRepository.save(conversation)</a:t>
            </a:r>
          </a:p>
          <a:p>
            <a:r>
              <a:rPr lang="en-US" sz="1200" noProof="1"/>
              <a:t>create asynchronous flux</a:t>
            </a:r>
          </a:p>
          <a:p>
            <a:r>
              <a:rPr lang="en-US" sz="1200" noProof="1"/>
              <a:t>return Flux.defer&lt;TurnEvent&gt;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A9F068-1031-C01A-F64E-CCD90D29F504}"/>
              </a:ext>
            </a:extLst>
          </p:cNvPr>
          <p:cNvCxnSpPr>
            <a:cxnSpLocks/>
          </p:cNvCxnSpPr>
          <p:nvPr/>
        </p:nvCxnSpPr>
        <p:spPr>
          <a:xfrm>
            <a:off x="4467225" y="1038999"/>
            <a:ext cx="0" cy="534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BD5892-C2EC-D529-A37F-28670CC2C331}"/>
              </a:ext>
            </a:extLst>
          </p:cNvPr>
          <p:cNvCxnSpPr>
            <a:cxnSpLocks/>
          </p:cNvCxnSpPr>
          <p:nvPr/>
        </p:nvCxnSpPr>
        <p:spPr>
          <a:xfrm>
            <a:off x="4467225" y="2010549"/>
            <a:ext cx="0" cy="534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D4E674A-B599-319C-93F2-EA60A71B9ACF}"/>
              </a:ext>
            </a:extLst>
          </p:cNvPr>
          <p:cNvSpPr txBox="1"/>
          <p:nvPr/>
        </p:nvSpPr>
        <p:spPr>
          <a:xfrm>
            <a:off x="523742" y="1055409"/>
            <a:ext cx="250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Post message use case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D50FE-6241-5F34-1B80-7E961458324F}"/>
              </a:ext>
            </a:extLst>
          </p:cNvPr>
          <p:cNvSpPr txBox="1"/>
          <p:nvPr/>
        </p:nvSpPr>
        <p:spPr>
          <a:xfrm>
            <a:off x="4624010" y="5862007"/>
            <a:ext cx="1705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subscribe Flux&lt;defer&gt;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C9CD1-2CC1-EFB8-A71E-D29609FD791B}"/>
              </a:ext>
            </a:extLst>
          </p:cNvPr>
          <p:cNvSpPr txBox="1"/>
          <p:nvPr/>
        </p:nvSpPr>
        <p:spPr>
          <a:xfrm>
            <a:off x="5472311" y="6096000"/>
            <a:ext cx="1386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Send SSE to client</a:t>
            </a:r>
          </a:p>
        </p:txBody>
      </p:sp>
    </p:spTree>
    <p:extLst>
      <p:ext uri="{BB962C8B-B14F-4D97-AF65-F5344CB8AC3E}">
        <p14:creationId xmlns:p14="http://schemas.microsoft.com/office/powerpoint/2010/main" val="36247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sequence — les echanges du tour de chat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</a:t>
            </a: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/ emission      </a:t>
            </a:r>
            <a:r>
              <a:rPr lang="en-US" sz="9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</a:t>
            </a: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/ flux async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64592" y="1463040"/>
            <a:ext cx="11859768" cy="1572768"/>
          </a:xfrm>
          <a:prstGeom prst="rect">
            <a:avLst/>
          </a:prstGeom>
          <a:solidFill>
            <a:srgbClr val="E8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3108960"/>
            <a:ext cx="11859768" cy="3346704"/>
          </a:xfrm>
          <a:prstGeom prst="rect">
            <a:avLst/>
          </a:prstGeom>
          <a:solidFill>
            <a:srgbClr val="EA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490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Prefixe synchrone  -  @Transactional  -  thread servlet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31363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Souscription &amp; queue reactive  -  Flux froid  -  thread(s) client LLM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92040" y="4937760"/>
            <a:ext cx="6647688" cy="658368"/>
          </a:xfrm>
          <a:prstGeom prst="roundRect">
            <a:avLst>
              <a:gd name="adj" fmla="val 8333"/>
            </a:avLst>
          </a:prstGeom>
          <a:ln w="12700">
            <a:solidFill>
              <a:srgbClr val="E76F5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51755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: 1 Delta / ChatChunk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116068" y="3886200"/>
            <a:ext cx="100584" cy="2551176"/>
          </a:xfrm>
          <a:prstGeom prst="rect">
            <a:avLst/>
          </a:prstGeom>
          <a:solidFill>
            <a:srgbClr val="1C7293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6324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6636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6948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8116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15568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574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264653"/>
          </a:solidFill>
          <a:ln/>
          <a:effectLst>
            <a:outerShdw blurRad="38100" dist="12700" dir="5400000" algn="bl" rotWithShape="0">
              <a:srgbClr val="9AA5B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574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1742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D3557"/>
          </a:solidFill>
          <a:ln/>
          <a:effectLst>
            <a:outerShdw blurRad="38100" dist="12700" dir="5400000" algn="bl" rotWithShape="0">
              <a:srgbClr val="9AA5B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1742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ConversationsController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adaptateur REST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2054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  <a:effectLst>
            <a:outerShdw blurRad="38100" dist="12700" dir="5400000" algn="bl" rotWithShape="0">
              <a:srgbClr val="9AA5B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2054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SendMessageService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2366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2A6F97"/>
          </a:solidFill>
          <a:ln/>
          <a:effectLst>
            <a:outerShdw blurRad="38100" dist="12700" dir="5400000" algn="bl" rotWithShape="0">
              <a:srgbClr val="9AA5B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2366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ConversationRepository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3534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  <a:effectLst>
            <a:outerShdw blurRad="38100" dist="12700" dir="5400000" algn="bl" rotWithShape="0">
              <a:srgbClr val="9AA5B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3534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LlmChatClient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LLM (OpenAI)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30986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  <a:effectLst>
            <a:outerShdw blurRad="38100" dist="12700" dir="5400000" algn="bl" rotWithShape="0">
              <a:srgbClr val="9AA5B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30986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SseEmitter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" y="1874520"/>
            <a:ext cx="2011680" cy="0"/>
          </a:xfrm>
          <a:prstGeom prst="line">
            <a:avLst/>
          </a:prstGeom>
          <a:noFill/>
          <a:ln w="22225">
            <a:solidFill>
              <a:srgbClr val="26465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1650492"/>
            <a:ext cx="201168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/…/messages  (JSON)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63240" y="2212848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63240" y="1988820"/>
            <a:ext cx="210312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send(command)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66360" y="2551176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6360" y="2327148"/>
            <a:ext cx="210312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 - verifs - appendMessage(USER) - save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63240" y="2889504"/>
            <a:ext cx="210312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63240" y="2665476"/>
            <a:ext cx="210312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Flux&lt;TurnEvent&gt;  (froid)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0" y="3401568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11680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SseEmitter(timeout)  -&gt;  subscribe()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63240" y="3968496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063240" y="3744468"/>
            <a:ext cx="2103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-&gt; assembleReactiveTail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66360" y="4270248"/>
            <a:ext cx="598932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66360" y="4046220"/>
            <a:ext cx="59893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3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TurnEvent.Started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166360" y="4572000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66360" y="4347972"/>
            <a:ext cx="2103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Agent - fenetre memoire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166360" y="4873752"/>
            <a:ext cx="4114800" cy="0"/>
          </a:xfrm>
          <a:prstGeom prst="line">
            <a:avLst/>
          </a:prstGeom>
          <a:noFill/>
          <a:ln w="22225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166360" y="4649724"/>
            <a:ext cx="411480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9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stream(ChatRequest)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166360" y="5175504"/>
            <a:ext cx="411480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66360" y="4951476"/>
            <a:ext cx="411480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9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ChatChunk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66360" y="5477256"/>
            <a:ext cx="598932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66360" y="5253228"/>
            <a:ext cx="59893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3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TurnEvent.Delta(text)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66360" y="5870448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166360" y="5646420"/>
            <a:ext cx="2103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transaction - appendMessage(ASSISTANT)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66360" y="6153912"/>
            <a:ext cx="598932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166360" y="5929884"/>
            <a:ext cx="59893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3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TurnEvent.Completed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51560" y="6428232"/>
            <a:ext cx="10104120" cy="0"/>
          </a:xfrm>
          <a:prstGeom prst="line">
            <a:avLst/>
          </a:prstGeom>
          <a:noFill/>
          <a:ln w="20320">
            <a:solidFill>
              <a:srgbClr val="2A9D8F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51560" y="6204204"/>
            <a:ext cx="10104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dirty="0">
                <a:solidFill>
                  <a:srgbClr val="1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SSE  :  started - delta* - completed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A39C-6222-7806-CF32-AC7EC9AB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Hexagon 77">
            <a:extLst>
              <a:ext uri="{FF2B5EF4-FFF2-40B4-BE49-F238E27FC236}">
                <a16:creationId xmlns:a16="http://schemas.microsoft.com/office/drawing/2014/main" id="{14A50231-89EE-0A2A-2B19-8A78C4D71883}"/>
              </a:ext>
            </a:extLst>
          </p:cNvPr>
          <p:cNvSpPr/>
          <p:nvPr/>
        </p:nvSpPr>
        <p:spPr>
          <a:xfrm>
            <a:off x="3197767" y="1634758"/>
            <a:ext cx="5310127" cy="4392516"/>
          </a:xfrm>
          <a:prstGeom prst="hexago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3BD579-58F3-1E3F-487F-1FB16C33426B}"/>
              </a:ext>
            </a:extLst>
          </p:cNvPr>
          <p:cNvGrpSpPr/>
          <p:nvPr/>
        </p:nvGrpSpPr>
        <p:grpSpPr>
          <a:xfrm>
            <a:off x="3932217" y="1631839"/>
            <a:ext cx="3840480" cy="4006424"/>
            <a:chOff x="3511296" y="681028"/>
            <a:chExt cx="3840480" cy="4006424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B050BB7D-415C-7FC8-8B89-BAE3B71C7E62}"/>
                </a:ext>
              </a:extLst>
            </p:cNvPr>
            <p:cNvSpPr/>
            <p:nvPr/>
          </p:nvSpPr>
          <p:spPr>
            <a:xfrm>
              <a:off x="3511296" y="1234440"/>
              <a:ext cx="3840480" cy="3310759"/>
            </a:xfrm>
            <a:prstGeom prst="hexagon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7F254A9-9BEB-461E-F8B3-2944003B36EF}"/>
                </a:ext>
              </a:extLst>
            </p:cNvPr>
            <p:cNvGrpSpPr/>
            <p:nvPr/>
          </p:nvGrpSpPr>
          <p:grpSpPr>
            <a:xfrm>
              <a:off x="4295743" y="1901629"/>
              <a:ext cx="2264705" cy="1967603"/>
              <a:chOff x="4086193" y="1743403"/>
              <a:chExt cx="2652553" cy="2304570"/>
            </a:xfrm>
          </p:grpSpPr>
          <p:sp>
            <p:nvSpPr>
              <p:cNvPr id="11" name="Hexagon 10">
                <a:extLst>
                  <a:ext uri="{FF2B5EF4-FFF2-40B4-BE49-F238E27FC236}">
                    <a16:creationId xmlns:a16="http://schemas.microsoft.com/office/drawing/2014/main" id="{E68FC275-1DEC-B8F9-D106-3B29748C6B40}"/>
                  </a:ext>
                </a:extLst>
              </p:cNvPr>
              <p:cNvSpPr/>
              <p:nvPr/>
            </p:nvSpPr>
            <p:spPr>
              <a:xfrm>
                <a:off x="4086193" y="1743403"/>
                <a:ext cx="2652553" cy="2286684"/>
              </a:xfrm>
              <a:prstGeom prst="hexagon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DCFAED-42D7-5711-5DA6-243A76878B3D}"/>
                  </a:ext>
                </a:extLst>
              </p:cNvPr>
              <p:cNvSpPr/>
              <p:nvPr/>
            </p:nvSpPr>
            <p:spPr>
              <a:xfrm rot="17806740">
                <a:off x="5628713" y="3234458"/>
                <a:ext cx="1351398" cy="2756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1"/>
                  <a:t>ToolCatalogIF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2282D8-F4FC-7CDE-4575-FB47D85992E3}"/>
                </a:ext>
              </a:extLst>
            </p:cNvPr>
            <p:cNvSpPr/>
            <p:nvPr/>
          </p:nvSpPr>
          <p:spPr>
            <a:xfrm rot="17785740">
              <a:off x="6191055" y="3622990"/>
              <a:ext cx="1845460" cy="283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ToolCatalogAdapter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9401DF-98FE-285D-B748-4053141F9038}"/>
                </a:ext>
              </a:extLst>
            </p:cNvPr>
            <p:cNvSpPr/>
            <p:nvPr/>
          </p:nvSpPr>
          <p:spPr>
            <a:xfrm>
              <a:off x="4636108" y="1601643"/>
              <a:ext cx="1513932" cy="19836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ListToolsService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6563CD-28A9-A578-66D9-560E902A6635}"/>
                </a:ext>
              </a:extLst>
            </p:cNvPr>
            <p:cNvSpPr/>
            <p:nvPr/>
          </p:nvSpPr>
          <p:spPr>
            <a:xfrm>
              <a:off x="4755160" y="681028"/>
              <a:ext cx="1371026" cy="208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/>
                <a:t>ToolsController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5B8654D-510A-DF25-B0B9-DF365E3D8109}"/>
              </a:ext>
            </a:extLst>
          </p:cNvPr>
          <p:cNvSpPr/>
          <p:nvPr/>
        </p:nvSpPr>
        <p:spPr>
          <a:xfrm>
            <a:off x="5042329" y="2176476"/>
            <a:ext cx="1512728" cy="24201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/>
              <a:t>ListToolsUseCaseIF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177DA6-D960-3C0C-A887-FC4CEB7CDDB9}"/>
              </a:ext>
            </a:extLst>
          </p:cNvPr>
          <p:cNvSpPr/>
          <p:nvPr/>
        </p:nvSpPr>
        <p:spPr>
          <a:xfrm>
            <a:off x="5164945" y="1096655"/>
            <a:ext cx="1371026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Frontend 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613528-8213-4C85-48FA-CDCEF574CA58}"/>
              </a:ext>
            </a:extLst>
          </p:cNvPr>
          <p:cNvCxnSpPr>
            <a:cxnSpLocks/>
          </p:cNvCxnSpPr>
          <p:nvPr/>
        </p:nvCxnSpPr>
        <p:spPr>
          <a:xfrm>
            <a:off x="5570852" y="1344501"/>
            <a:ext cx="5029" cy="254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7759C7A-2FAA-2DAF-3CD9-52348915CF8B}"/>
              </a:ext>
            </a:extLst>
          </p:cNvPr>
          <p:cNvSpPr/>
          <p:nvPr/>
        </p:nvSpPr>
        <p:spPr>
          <a:xfrm>
            <a:off x="4691428" y="1345554"/>
            <a:ext cx="975020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GET /tools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4F3DDF-3185-3783-34B3-CE899D2CD9C8}"/>
              </a:ext>
            </a:extLst>
          </p:cNvPr>
          <p:cNvCxnSpPr>
            <a:cxnSpLocks/>
          </p:cNvCxnSpPr>
          <p:nvPr/>
        </p:nvCxnSpPr>
        <p:spPr>
          <a:xfrm>
            <a:off x="5570852" y="1855407"/>
            <a:ext cx="1205" cy="296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BE3EC9-61A8-8165-9700-8E7F2CCCFAD8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>
            <a:off x="5798693" y="2418493"/>
            <a:ext cx="15302" cy="13396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5F0A09F-E050-8483-DFB8-CEE922178523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5440093" y="3124725"/>
            <a:ext cx="1439306" cy="691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1473605-BFD7-AB43-6594-C2907CAA18F4}"/>
              </a:ext>
            </a:extLst>
          </p:cNvPr>
          <p:cNvSpPr/>
          <p:nvPr/>
        </p:nvSpPr>
        <p:spPr>
          <a:xfrm>
            <a:off x="5774839" y="3277074"/>
            <a:ext cx="1749975" cy="262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ToolDescriptorList=all()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B60FEA-4EF4-D2EF-49C6-BE75B6567872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6715588" y="4296157"/>
            <a:ext cx="692199" cy="35629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BD64098-E953-2200-EC07-F8A499C54169}"/>
              </a:ext>
            </a:extLst>
          </p:cNvPr>
          <p:cNvCxnSpPr>
            <a:cxnSpLocks/>
          </p:cNvCxnSpPr>
          <p:nvPr/>
        </p:nvCxnSpPr>
        <p:spPr>
          <a:xfrm>
            <a:off x="6208623" y="1850958"/>
            <a:ext cx="1205" cy="29664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93A9836-2BF3-DFF5-6822-D0399D2D0C53}"/>
              </a:ext>
            </a:extLst>
          </p:cNvPr>
          <p:cNvCxnSpPr>
            <a:cxnSpLocks/>
          </p:cNvCxnSpPr>
          <p:nvPr/>
        </p:nvCxnSpPr>
        <p:spPr>
          <a:xfrm>
            <a:off x="6181480" y="1320174"/>
            <a:ext cx="17001" cy="26252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9B54267-1D17-6D0C-80F3-68E7C08FAF62}"/>
              </a:ext>
            </a:extLst>
          </p:cNvPr>
          <p:cNvSpPr/>
          <p:nvPr/>
        </p:nvSpPr>
        <p:spPr>
          <a:xfrm>
            <a:off x="6170066" y="1354054"/>
            <a:ext cx="137102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ToolListResponse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407C8D1-195D-25D9-5E1D-E1BB474FA13F}"/>
              </a:ext>
            </a:extLst>
          </p:cNvPr>
          <p:cNvSpPr/>
          <p:nvPr/>
        </p:nvSpPr>
        <p:spPr>
          <a:xfrm>
            <a:off x="6198481" y="1887930"/>
            <a:ext cx="1367411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ToolListResponse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7CAA4BE-7088-D201-C6AF-9DAAD684ABBA}"/>
              </a:ext>
            </a:extLst>
          </p:cNvPr>
          <p:cNvSpPr/>
          <p:nvPr/>
        </p:nvSpPr>
        <p:spPr>
          <a:xfrm>
            <a:off x="4728353" y="3653471"/>
            <a:ext cx="1152415" cy="20825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bg2">
                    <a:lumMod val="25000"/>
                  </a:schemeClr>
                </a:solidFill>
              </a:rPr>
              <a:t>ToolDescriptor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DA72B9F-75A8-482A-E8D4-DA3BD73339BB}"/>
              </a:ext>
            </a:extLst>
          </p:cNvPr>
          <p:cNvSpPr/>
          <p:nvPr/>
        </p:nvSpPr>
        <p:spPr>
          <a:xfrm>
            <a:off x="5462167" y="5676237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Infra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7D9428-43BD-38E7-B843-247658097C35}"/>
              </a:ext>
            </a:extLst>
          </p:cNvPr>
          <p:cNvSpPr/>
          <p:nvPr/>
        </p:nvSpPr>
        <p:spPr>
          <a:xfrm>
            <a:off x="5462167" y="5066631"/>
            <a:ext cx="798855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App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51FEB6B-35C2-6785-07EE-5347751CD636}"/>
              </a:ext>
            </a:extLst>
          </p:cNvPr>
          <p:cNvSpPr/>
          <p:nvPr/>
        </p:nvSpPr>
        <p:spPr>
          <a:xfrm>
            <a:off x="5339995" y="4370032"/>
            <a:ext cx="993653" cy="208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bg2">
                    <a:lumMod val="25000"/>
                  </a:schemeClr>
                </a:solidFill>
              </a:rPr>
              <a:t>Domain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6B54E475-DE79-DE27-A94F-B834A621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935" y="760652"/>
            <a:ext cx="342163" cy="34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1D5F57-AD48-7C35-6875-09FC32D6555C}"/>
              </a:ext>
            </a:extLst>
          </p:cNvPr>
          <p:cNvSpPr txBox="1"/>
          <p:nvPr/>
        </p:nvSpPr>
        <p:spPr>
          <a:xfrm>
            <a:off x="1065475" y="946205"/>
            <a:ext cx="2024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Get tools use case</a:t>
            </a:r>
          </a:p>
        </p:txBody>
      </p:sp>
    </p:spTree>
    <p:extLst>
      <p:ext uri="{BB962C8B-B14F-4D97-AF65-F5344CB8AC3E}">
        <p14:creationId xmlns:p14="http://schemas.microsoft.com/office/powerpoint/2010/main" val="602568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651</Words>
  <Application>Microsoft Office PowerPoint</Application>
  <PresentationFormat>Widescreen</PresentationFormat>
  <Paragraphs>269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Macioszczyk, Eric (Cognizant)</dc:creator>
  <cp:lastModifiedBy>Macioszczyk, Eric (Cognizant)</cp:lastModifiedBy>
  <cp:revision>1</cp:revision>
  <dcterms:created xsi:type="dcterms:W3CDTF">2026-08-07T08:10:27Z</dcterms:created>
  <dcterms:modified xsi:type="dcterms:W3CDTF">2026-08-11T07:33:06Z</dcterms:modified>
</cp:coreProperties>
</file>