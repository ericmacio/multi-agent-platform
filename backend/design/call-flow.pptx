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Diagramme de sequence du tour de chat : reception POST, souscription au Flux reactif, appel LLM en streaming, emission des frames SSE.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flow d'un tour de chat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41248" y="299923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/conversations/{id}/messages  —  mode reactif (SSE)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41248" y="3611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8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Prefixe synchrone (@Transactional)  -&gt;  Flux froid  -&gt;  souscription  -&gt;  stream LLM  -&gt;  frames SSE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41248" y="4709160"/>
            <a:ext cx="832104" cy="384048"/>
          </a:xfrm>
          <a:prstGeom prst="roundRect">
            <a:avLst>
              <a:gd name="adj" fmla="val 19048"/>
            </a:avLst>
          </a:prstGeom>
          <a:solidFill>
            <a:srgbClr val="264653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4709160"/>
            <a:ext cx="832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874520" y="4709160"/>
            <a:ext cx="1216152" cy="384048"/>
          </a:xfrm>
          <a:prstGeom prst="roundRect">
            <a:avLst>
              <a:gd name="adj" fmla="val 19048"/>
            </a:avLst>
          </a:prstGeom>
          <a:solidFill>
            <a:srgbClr val="3E5C8A"/>
          </a:solidFill>
          <a:ln/>
        </p:spPr>
      </p:sp>
      <p:sp>
        <p:nvSpPr>
          <p:cNvPr id="8" name="Text 6"/>
          <p:cNvSpPr/>
          <p:nvPr/>
        </p:nvSpPr>
        <p:spPr>
          <a:xfrm>
            <a:off x="1874520" y="4709160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4709160"/>
            <a:ext cx="928116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4709160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21124" y="4709160"/>
            <a:ext cx="1216152" cy="384048"/>
          </a:xfrm>
          <a:prstGeom prst="roundRect">
            <a:avLst>
              <a:gd name="adj" fmla="val 19048"/>
            </a:avLst>
          </a:prstGeom>
          <a:solidFill>
            <a:srgbClr val="2A6F97"/>
          </a:solidFill>
          <a:ln/>
        </p:spPr>
      </p:sp>
      <p:sp>
        <p:nvSpPr>
          <p:cNvPr id="12" name="Text 10"/>
          <p:cNvSpPr/>
          <p:nvPr/>
        </p:nvSpPr>
        <p:spPr>
          <a:xfrm>
            <a:off x="4421124" y="4709160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38444" y="4709160"/>
            <a:ext cx="1504188" cy="384048"/>
          </a:xfrm>
          <a:prstGeom prst="roundRect">
            <a:avLst>
              <a:gd name="adj" fmla="val 19048"/>
            </a:avLst>
          </a:prstGeom>
          <a:solidFill>
            <a:srgbClr val="E76F51"/>
          </a:solidFill>
          <a:ln/>
        </p:spPr>
      </p:sp>
      <p:sp>
        <p:nvSpPr>
          <p:cNvPr id="14" name="Text 12"/>
          <p:cNvSpPr/>
          <p:nvPr/>
        </p:nvSpPr>
        <p:spPr>
          <a:xfrm>
            <a:off x="5838444" y="4709160"/>
            <a:ext cx="15041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LlmChatClient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543800" y="4709160"/>
            <a:ext cx="1216152" cy="384048"/>
          </a:xfrm>
          <a:prstGeom prst="roundRect">
            <a:avLst>
              <a:gd name="adj" fmla="val 19048"/>
            </a:avLst>
          </a:prstGeom>
          <a:solidFill>
            <a:srgbClr val="2A9D8F"/>
          </a:solidFill>
          <a:ln/>
        </p:spPr>
      </p:sp>
      <p:sp>
        <p:nvSpPr>
          <p:cNvPr id="16" name="Text 14"/>
          <p:cNvSpPr/>
          <p:nvPr/>
        </p:nvSpPr>
        <p:spPr>
          <a:xfrm>
            <a:off x="7543800" y="4709160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SseEmitter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Diagramme de sequence — les echanges du tour de chat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955280" y="2743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</a:t>
            </a:r>
            <a:pPr algn="r"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/ emission      </a:t>
            </a:r>
            <a:pPr algn="r" indent="0" marL="0">
              <a:buNone/>
            </a:pPr>
            <a:r>
              <a:rPr lang="en-US" sz="95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 </a:t>
            </a:r>
            <a:pPr algn="r"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/ flux async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64592" y="1463040"/>
            <a:ext cx="11859768" cy="1572768"/>
          </a:xfrm>
          <a:prstGeom prst="rect">
            <a:avLst/>
          </a:prstGeom>
          <a:solidFill>
            <a:srgbClr val="E8F1F6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3108960"/>
            <a:ext cx="11859768" cy="3346704"/>
          </a:xfrm>
          <a:prstGeom prst="rect">
            <a:avLst/>
          </a:prstGeom>
          <a:solidFill>
            <a:srgbClr val="EAF4F1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14904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6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1 - Prefixe synchrone  -  @Transactional  -  thread servlet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92608" y="313639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2 - Souscription &amp; queue reactive  -  Flux froid  -  thread(s) client LLM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92040" y="4937760"/>
            <a:ext cx="6647688" cy="658368"/>
          </a:xfrm>
          <a:prstGeom prst="roundRect">
            <a:avLst>
              <a:gd name="adj" fmla="val 8333"/>
            </a:avLst>
          </a:prstGeom>
          <a:ln w="12700">
            <a:solidFill>
              <a:srgbClr val="E76F51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3200400" y="517550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C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: 1 Delta / ChatChunk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116068" y="3886200"/>
            <a:ext cx="100584" cy="2551176"/>
          </a:xfrm>
          <a:prstGeom prst="rect">
            <a:avLst/>
          </a:prstGeom>
          <a:solidFill>
            <a:srgbClr val="1C7293">
              <a:alpha val="3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1408176"/>
            <a:ext cx="0" cy="5029200"/>
          </a:xfrm>
          <a:prstGeom prst="line">
            <a:avLst/>
          </a:prstGeom>
          <a:noFill/>
          <a:ln w="12700">
            <a:solidFill>
              <a:srgbClr val="C9D2DB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063240" y="1408176"/>
            <a:ext cx="0" cy="5029200"/>
          </a:xfrm>
          <a:prstGeom prst="line">
            <a:avLst/>
          </a:prstGeom>
          <a:noFill/>
          <a:ln w="12700">
            <a:solidFill>
              <a:srgbClr val="C9D2DB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5166360" y="1408176"/>
            <a:ext cx="0" cy="5029200"/>
          </a:xfrm>
          <a:prstGeom prst="line">
            <a:avLst/>
          </a:prstGeom>
          <a:noFill/>
          <a:ln w="12700">
            <a:solidFill>
              <a:srgbClr val="C9D2DB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7269480" y="1408176"/>
            <a:ext cx="0" cy="5029200"/>
          </a:xfrm>
          <a:prstGeom prst="line">
            <a:avLst/>
          </a:prstGeom>
          <a:noFill/>
          <a:ln w="12700">
            <a:solidFill>
              <a:srgbClr val="C9D2DB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9281160" y="1408176"/>
            <a:ext cx="0" cy="5029200"/>
          </a:xfrm>
          <a:prstGeom prst="line">
            <a:avLst/>
          </a:prstGeom>
          <a:noFill/>
          <a:ln w="12700">
            <a:solidFill>
              <a:srgbClr val="C9D2DB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1155680" y="1408176"/>
            <a:ext cx="0" cy="5029200"/>
          </a:xfrm>
          <a:prstGeom prst="line">
            <a:avLst/>
          </a:prstGeom>
          <a:noFill/>
          <a:ln w="12700">
            <a:solidFill>
              <a:srgbClr val="C9D2DB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205740" y="896112"/>
            <a:ext cx="1691640" cy="512064"/>
          </a:xfrm>
          <a:prstGeom prst="roundRect">
            <a:avLst>
              <a:gd name="adj" fmla="val 12500"/>
            </a:avLst>
          </a:prstGeom>
          <a:solidFill>
            <a:srgbClr val="264653"/>
          </a:solidFill>
          <a:ln/>
          <a:effectLst>
            <a:outerShdw sx="100000" sy="100000" kx="0" ky="0" algn="bl" rotWithShape="0" blurRad="38100" dist="12700" dir="5400000">
              <a:srgbClr val="9AA5B1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05740" y="896112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HTTP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17420" y="896112"/>
            <a:ext cx="1691640" cy="512064"/>
          </a:xfrm>
          <a:prstGeom prst="roundRect">
            <a:avLst>
              <a:gd name="adj" fmla="val 12500"/>
            </a:avLst>
          </a:prstGeom>
          <a:solidFill>
            <a:srgbClr val="1D3557"/>
          </a:solidFill>
          <a:ln/>
          <a:effectLst>
            <a:outerShdw sx="100000" sy="100000" kx="0" ky="0" algn="bl" rotWithShape="0" blurRad="38100" dist="12700" dir="5400000">
              <a:srgbClr val="9AA5B1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217420" y="896112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ConversationsController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adaptateur REST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320540" y="896112"/>
            <a:ext cx="1691640" cy="512064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38100" dist="12700" dir="5400000">
              <a:srgbClr val="9AA5B1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20540" y="896112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SendMessageService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23660" y="896112"/>
            <a:ext cx="1691640" cy="512064"/>
          </a:xfrm>
          <a:prstGeom prst="roundRect">
            <a:avLst>
              <a:gd name="adj" fmla="val 12500"/>
            </a:avLst>
          </a:prstGeom>
          <a:solidFill>
            <a:srgbClr val="2A6F97"/>
          </a:solidFill>
          <a:ln/>
          <a:effectLst>
            <a:outerShdw sx="100000" sy="100000" kx="0" ky="0" algn="bl" rotWithShape="0" blurRad="38100" dist="12700" dir="5400000">
              <a:srgbClr val="9AA5B1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23660" y="896112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ConversationRepository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435340" y="896112"/>
            <a:ext cx="1691640" cy="512064"/>
          </a:xfrm>
          <a:prstGeom prst="roundRect">
            <a:avLst>
              <a:gd name="adj" fmla="val 12500"/>
            </a:avLst>
          </a:prstGeom>
          <a:solidFill>
            <a:srgbClr val="E76F51"/>
          </a:solidFill>
          <a:ln/>
          <a:effectLst>
            <a:outerShdw sx="100000" sy="100000" kx="0" ky="0" algn="bl" rotWithShape="0" blurRad="38100" dist="12700" dir="5400000">
              <a:srgbClr val="9AA5B1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35340" y="896112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LlmChatClient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LLM (OpenAI)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0309860" y="896112"/>
            <a:ext cx="1691640" cy="512064"/>
          </a:xfrm>
          <a:prstGeom prst="roundRect">
            <a:avLst>
              <a:gd name="adj" fmla="val 12500"/>
            </a:avLst>
          </a:prstGeom>
          <a:solidFill>
            <a:srgbClr val="2A9D8F"/>
          </a:solidFill>
          <a:ln/>
          <a:effectLst>
            <a:outerShdw sx="100000" sy="100000" kx="0" ky="0" algn="bl" rotWithShape="0" blurRad="38100" dist="12700" dir="5400000">
              <a:srgbClr val="9AA5B1">
                <a:alpha val="4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0309860" y="896112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SseEmitter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SSE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051560" y="1874520"/>
            <a:ext cx="2011680" cy="0"/>
          </a:xfrm>
          <a:prstGeom prst="line">
            <a:avLst/>
          </a:prstGeom>
          <a:noFill/>
          <a:ln w="22225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1051560" y="1650492"/>
            <a:ext cx="2011680" cy="196596"/>
          </a:xfrm>
          <a:prstGeom prst="rect">
            <a:avLst/>
          </a:prstGeom>
          <a:solidFill>
            <a:srgbClr val="E8F1F6"/>
          </a:solidFill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/…/messages  (JSON)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063240" y="2212848"/>
            <a:ext cx="2103120" cy="0"/>
          </a:xfrm>
          <a:prstGeom prst="line">
            <a:avLst/>
          </a:prstGeom>
          <a:noFill/>
          <a:ln w="22225">
            <a:solidFill>
              <a:srgbClr val="1D3557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3063240" y="1988820"/>
            <a:ext cx="2103120" cy="196596"/>
          </a:xfrm>
          <a:prstGeom prst="rect">
            <a:avLst/>
          </a:prstGeom>
          <a:solidFill>
            <a:srgbClr val="E8F1F6"/>
          </a:solidFill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send(command)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166360" y="2551176"/>
            <a:ext cx="2103120" cy="0"/>
          </a:xfrm>
          <a:prstGeom prst="line">
            <a:avLst/>
          </a:prstGeom>
          <a:noFill/>
          <a:ln w="22225">
            <a:solidFill>
              <a:srgbClr val="1D3557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5166360" y="2327148"/>
            <a:ext cx="2103120" cy="196596"/>
          </a:xfrm>
          <a:prstGeom prst="rect">
            <a:avLst/>
          </a:prstGeom>
          <a:solidFill>
            <a:srgbClr val="E8F1F6"/>
          </a:solidFill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findById - verifs - appendMessage(USER) - save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063240" y="2889504"/>
            <a:ext cx="2103120" cy="0"/>
          </a:xfrm>
          <a:prstGeom prst="line">
            <a:avLst/>
          </a:prstGeom>
          <a:noFill/>
          <a:ln w="19050">
            <a:solidFill>
              <a:srgbClr val="6B7A8F"/>
            </a:solidFill>
            <a:prstDash val="dash"/>
            <a:headEnd type="triangle"/>
          </a:ln>
        </p:spPr>
      </p:sp>
      <p:sp>
        <p:nvSpPr>
          <p:cNvPr id="36" name="Text 34"/>
          <p:cNvSpPr/>
          <p:nvPr/>
        </p:nvSpPr>
        <p:spPr>
          <a:xfrm>
            <a:off x="3063240" y="2665476"/>
            <a:ext cx="2103120" cy="196596"/>
          </a:xfrm>
          <a:prstGeom prst="rect">
            <a:avLst/>
          </a:prstGeom>
          <a:solidFill>
            <a:srgbClr val="E8F1F6"/>
          </a:solidFill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 Flux&lt;TurnEvent&gt;  (froid)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011680" y="3401568"/>
            <a:ext cx="210312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11680" y="34015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SseEmitter(timeout)  -&gt;  subscribe()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063240" y="3968496"/>
            <a:ext cx="2103120" cy="0"/>
          </a:xfrm>
          <a:prstGeom prst="line">
            <a:avLst/>
          </a:prstGeom>
          <a:noFill/>
          <a:ln w="22225">
            <a:solidFill>
              <a:srgbClr val="1D3557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3063240" y="3744468"/>
            <a:ext cx="2103120" cy="196596"/>
          </a:xfrm>
          <a:prstGeom prst="rect">
            <a:avLst/>
          </a:prstGeom>
          <a:solidFill>
            <a:srgbClr val="EAF4F1"/>
          </a:solidFill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-&gt; assembleReactiveTail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166360" y="4270248"/>
            <a:ext cx="5989320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5166360" y="4046220"/>
            <a:ext cx="5989320" cy="196596"/>
          </a:xfrm>
          <a:prstGeom prst="rect">
            <a:avLst/>
          </a:prstGeom>
          <a:solidFill>
            <a:srgbClr val="EAF4F1"/>
          </a:solidFill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13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TurnEvent.Started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166360" y="4572000"/>
            <a:ext cx="2103120" cy="0"/>
          </a:xfrm>
          <a:prstGeom prst="line">
            <a:avLst/>
          </a:prstGeom>
          <a:noFill/>
          <a:ln w="22225">
            <a:solidFill>
              <a:srgbClr val="1D3557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5166360" y="4347972"/>
            <a:ext cx="2103120" cy="196596"/>
          </a:xfrm>
          <a:prstGeom prst="rect">
            <a:avLst/>
          </a:prstGeom>
          <a:solidFill>
            <a:srgbClr val="EAF4F1"/>
          </a:solidFill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Agent - fenetre memoire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166360" y="4873752"/>
            <a:ext cx="4114800" cy="0"/>
          </a:xfrm>
          <a:prstGeom prst="line">
            <a:avLst/>
          </a:prstGeom>
          <a:noFill/>
          <a:ln w="22225">
            <a:solidFill>
              <a:srgbClr val="E76F51"/>
            </a:solidFill>
            <a:prstDash val="solid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5166360" y="4649724"/>
            <a:ext cx="4114800" cy="196596"/>
          </a:xfrm>
          <a:prstGeom prst="rect">
            <a:avLst/>
          </a:prstGeom>
          <a:solidFill>
            <a:srgbClr val="EAF4F1"/>
          </a:solidFill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9C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stream(ChatRequest)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166360" y="5175504"/>
            <a:ext cx="4114800" cy="0"/>
          </a:xfrm>
          <a:prstGeom prst="line">
            <a:avLst/>
          </a:prstGeom>
          <a:noFill/>
          <a:ln w="19050">
            <a:solidFill>
              <a:srgbClr val="E76F51"/>
            </a:solidFill>
            <a:prstDash val="dash"/>
            <a:headEnd type="triangle"/>
          </a:ln>
        </p:spPr>
      </p:sp>
      <p:sp>
        <p:nvSpPr>
          <p:cNvPr id="48" name="Text 46"/>
          <p:cNvSpPr/>
          <p:nvPr/>
        </p:nvSpPr>
        <p:spPr>
          <a:xfrm>
            <a:off x="5166360" y="4951476"/>
            <a:ext cx="4114800" cy="196596"/>
          </a:xfrm>
          <a:prstGeom prst="rect">
            <a:avLst/>
          </a:prstGeom>
          <a:solidFill>
            <a:srgbClr val="EAF4F1"/>
          </a:solidFill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9C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ChatChunk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166360" y="5477256"/>
            <a:ext cx="5989320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5166360" y="5253228"/>
            <a:ext cx="5989320" cy="196596"/>
          </a:xfrm>
          <a:prstGeom prst="rect">
            <a:avLst/>
          </a:prstGeom>
          <a:solidFill>
            <a:srgbClr val="EAF4F1"/>
          </a:solidFill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13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TurnEvent.Delta(text)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166360" y="5870448"/>
            <a:ext cx="2103120" cy="0"/>
          </a:xfrm>
          <a:prstGeom prst="line">
            <a:avLst/>
          </a:prstGeom>
          <a:noFill/>
          <a:ln w="22225">
            <a:solidFill>
              <a:srgbClr val="1D3557"/>
            </a:solidFill>
            <a:prstDash val="solid"/>
            <a:tailEnd type="triangle"/>
          </a:ln>
        </p:spPr>
      </p:sp>
      <p:sp>
        <p:nvSpPr>
          <p:cNvPr id="52" name="Text 50"/>
          <p:cNvSpPr/>
          <p:nvPr/>
        </p:nvSpPr>
        <p:spPr>
          <a:xfrm>
            <a:off x="5166360" y="5646420"/>
            <a:ext cx="2103120" cy="196596"/>
          </a:xfrm>
          <a:prstGeom prst="rect">
            <a:avLst/>
          </a:prstGeom>
          <a:solidFill>
            <a:srgbClr val="EAF4F1"/>
          </a:solidFill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2e transaction - appendMessage(ASSISTANT)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166360" y="6153912"/>
            <a:ext cx="5989320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54" name="Text 52"/>
          <p:cNvSpPr/>
          <p:nvPr/>
        </p:nvSpPr>
        <p:spPr>
          <a:xfrm>
            <a:off x="5166360" y="5929884"/>
            <a:ext cx="5989320" cy="196596"/>
          </a:xfrm>
          <a:prstGeom prst="rect">
            <a:avLst/>
          </a:prstGeom>
          <a:solidFill>
            <a:srgbClr val="EAF4F1"/>
          </a:solidFill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13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TurnEvent.Completed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1051560" y="6428232"/>
            <a:ext cx="10104120" cy="0"/>
          </a:xfrm>
          <a:prstGeom prst="line">
            <a:avLst/>
          </a:prstGeom>
          <a:noFill/>
          <a:ln w="20320">
            <a:solidFill>
              <a:srgbClr val="2A9D8F"/>
            </a:solidFill>
            <a:prstDash val="dash"/>
            <a:headEnd type="triangle"/>
          </a:ln>
        </p:spPr>
      </p:sp>
      <p:sp>
        <p:nvSpPr>
          <p:cNvPr id="56" name="Text 54"/>
          <p:cNvSpPr/>
          <p:nvPr/>
        </p:nvSpPr>
        <p:spPr>
          <a:xfrm>
            <a:off x="1051560" y="6204204"/>
            <a:ext cx="10104120" cy="196596"/>
          </a:xfrm>
          <a:prstGeom prst="rect">
            <a:avLst/>
          </a:prstGeom>
          <a:solidFill>
            <a:srgbClr val="EAF4F1"/>
          </a:solidFill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1E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SSE  :  started - delta* - completed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2026-08-10T14:30:50Z</dcterms:created>
  <dcterms:modified xsi:type="dcterms:W3CDTF">2026-08-10T14:30:50Z</dcterms:modified>
</cp:coreProperties>
</file>